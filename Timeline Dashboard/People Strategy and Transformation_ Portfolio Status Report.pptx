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sldIdLst>
    <p:sldId id="1448943315" r:id="rId3"/>
    <p:sldId id="1448943346" r:id="rId4"/>
    <p:sldId id="1448943363" r:id="rId5"/>
    <p:sldId id="1448943351" r:id="rId6"/>
    <p:sldId id="144894335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2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blue and black background&#10;&#10;Description automatically generated">
            <a:extLst>
              <a:ext uri="{FF2B5EF4-FFF2-40B4-BE49-F238E27FC236}">
                <a16:creationId xmlns:a16="http://schemas.microsoft.com/office/drawing/2014/main" id="{E64FA48B-83D5-3917-8916-AD3C96A883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73" y="1310445"/>
            <a:ext cx="4045527" cy="55475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91C082-C396-A64E-9813-D391E441B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23" y="1949981"/>
            <a:ext cx="8366106" cy="1586707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FB312E9A-0D38-FE34-90A3-4A831C29C1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7763" y="6387350"/>
            <a:ext cx="1593787" cy="305927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088D0-F6CB-8404-17B7-EBAA2C84A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6158" y="6356350"/>
            <a:ext cx="41487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Gibson Light" pitchFamily="2" charset="77"/>
              </a:defRPr>
            </a:lvl1pPr>
          </a:lstStyle>
          <a:p>
            <a:r>
              <a:rPr lang="en-US"/>
              <a:t>© 2025 Sam's Club. Confidential — Internal use only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D6CA81D-B14A-507E-A083-21CFB0AEB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5446" y="6356350"/>
            <a:ext cx="5937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Gibson" pitchFamily="2" charset="77"/>
              </a:defRPr>
            </a:lvl1pPr>
          </a:lstStyle>
          <a:p>
            <a:fld id="{CC016F9F-E390-8549-93F9-91A8D6CA46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CBC7E65F-B9B9-93A2-17CB-6DD1E370400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42222" y="3717781"/>
            <a:ext cx="6782603" cy="51763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3" name="Picture 2" descr="A black and blue background with dots&#10;&#10;Description automatically generated">
            <a:extLst>
              <a:ext uri="{FF2B5EF4-FFF2-40B4-BE49-F238E27FC236}">
                <a16:creationId xmlns:a16="http://schemas.microsoft.com/office/drawing/2014/main" id="{13FB5BFA-9034-90D2-41E0-3B199B5EE5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3446" y="22376"/>
            <a:ext cx="1911052" cy="192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4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Sparkle)">
    <p:bg>
      <p:bgPr>
        <a:solidFill>
          <a:srgbClr val="0261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9F4B32-8940-B0FE-F465-3A0BCD3900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28" y="5962172"/>
            <a:ext cx="1997438" cy="334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C7CDDE-451E-865B-0332-E2C9BD38C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770" b="60785"/>
          <a:stretch/>
        </p:blipFill>
        <p:spPr>
          <a:xfrm>
            <a:off x="0" y="-5856"/>
            <a:ext cx="6858000" cy="2019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844B10-209A-8616-88CF-D814700FEC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770" r="276" b="60785"/>
          <a:stretch/>
        </p:blipFill>
        <p:spPr>
          <a:xfrm>
            <a:off x="5347504" y="-5856"/>
            <a:ext cx="6839083" cy="20193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4F81C4-50C1-CD4A-BEE3-0C409995A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500" y="-367538"/>
            <a:ext cx="6743700" cy="3028950"/>
          </a:xfrm>
        </p:spPr>
        <p:txBody>
          <a:bodyPr tIns="182880" bIns="182880" anchor="b">
            <a:noAutofit/>
          </a:bodyPr>
          <a:lstStyle>
            <a:lvl1pPr>
              <a:lnSpc>
                <a:spcPct val="85000"/>
              </a:lnSpc>
              <a:defRPr lang="en-US" sz="6000" dirty="0">
                <a:solidFill>
                  <a:schemeClr val="tx1"/>
                </a:solidFill>
              </a:defRPr>
            </a:lvl1pPr>
          </a:lstStyle>
          <a:p>
            <a:r>
              <a:rPr lang="en-US"/>
              <a:t>Here’s a header for a title slide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C605517-AD95-264D-82EB-53F4102F86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7499" y="2661412"/>
            <a:ext cx="8669339" cy="2020887"/>
          </a:xfrm>
        </p:spPr>
        <p:txBody>
          <a:bodyPr tIns="182880" bIns="182880">
            <a:normAutofit/>
          </a:bodyPr>
          <a:lstStyle/>
          <a:p>
            <a:r>
              <a:rPr lang="en-US"/>
              <a:t>Here’s a subhead for your title slide</a:t>
            </a:r>
          </a:p>
        </p:txBody>
      </p:sp>
    </p:spTree>
    <p:extLst>
      <p:ext uri="{BB962C8B-B14F-4D97-AF65-F5344CB8AC3E}">
        <p14:creationId xmlns:p14="http://schemas.microsoft.com/office/powerpoint/2010/main" val="1490059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>
      <p:bgPr>
        <a:solidFill>
          <a:srgbClr val="0261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D521FA-403D-F34E-89A7-F6823DEDA3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7500" y="2629155"/>
            <a:ext cx="9868222" cy="1009649"/>
          </a:xfrm>
        </p:spPr>
        <p:txBody>
          <a:bodyPr tIns="182880">
            <a:noAutofit/>
          </a:bodyPr>
          <a:lstStyle/>
          <a:p>
            <a:r>
              <a:rPr lang="en-US"/>
              <a:t>Here’s a subhead for your title slide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24539C-887D-F36D-81D0-AE2875DD8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28" y="5962172"/>
            <a:ext cx="1997438" cy="334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03E5A12-7F00-3E12-D825-D1E3604FEB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770" b="60785"/>
          <a:stretch/>
        </p:blipFill>
        <p:spPr>
          <a:xfrm>
            <a:off x="0" y="-5856"/>
            <a:ext cx="6858000" cy="2019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844EA5-590C-C313-6D75-08728BB1B0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770" r="276" b="60785"/>
          <a:stretch/>
        </p:blipFill>
        <p:spPr>
          <a:xfrm>
            <a:off x="5347504" y="-5856"/>
            <a:ext cx="6839083" cy="20193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4F81C4-50C1-CD4A-BEE3-0C409995A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500" y="609854"/>
            <a:ext cx="9868222" cy="2019300"/>
          </a:xfrm>
        </p:spPr>
        <p:txBody>
          <a:bodyPr bIns="182880" anchor="b">
            <a:noAutofit/>
          </a:bodyPr>
          <a:lstStyle>
            <a:lvl1pPr>
              <a:lnSpc>
                <a:spcPct val="85000"/>
              </a:lnSpc>
              <a:defRPr lang="en-US" sz="6000" dirty="0">
                <a:solidFill>
                  <a:schemeClr val="tx1"/>
                </a:solidFill>
              </a:defRPr>
            </a:lvl1pPr>
          </a:lstStyle>
          <a:p>
            <a:r>
              <a:rPr lang="en-US"/>
              <a:t>Here’s a header for a title slide</a:t>
            </a:r>
          </a:p>
        </p:txBody>
      </p:sp>
    </p:spTree>
    <p:extLst>
      <p:ext uri="{BB962C8B-B14F-4D97-AF65-F5344CB8AC3E}">
        <p14:creationId xmlns:p14="http://schemas.microsoft.com/office/powerpoint/2010/main" val="2080125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Logo)">
    <p:bg>
      <p:bgPr>
        <a:solidFill>
          <a:srgbClr val="0261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D521FA-403D-F34E-89A7-F6823DEDA3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7500" y="2606794"/>
            <a:ext cx="9972233" cy="1009650"/>
          </a:xfrm>
        </p:spPr>
        <p:txBody>
          <a:bodyPr tIns="182880" bIns="182880">
            <a:noAutofit/>
          </a:bodyPr>
          <a:lstStyle/>
          <a:p>
            <a:r>
              <a:rPr lang="en-US"/>
              <a:t>Here’s a subhead for your breaker slide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D3C6D-7E77-D242-9750-53EC429B62ED}"/>
              </a:ext>
            </a:extLst>
          </p:cNvPr>
          <p:cNvSpPr/>
          <p:nvPr userDrawn="1"/>
        </p:nvSpPr>
        <p:spPr>
          <a:xfrm>
            <a:off x="0" y="6375399"/>
            <a:ext cx="12192000" cy="4826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1829F9D-03B7-2440-96B8-9174AF8442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A2841DE-4403-F14E-8A42-C9234BDEAE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E4F8687-DA5F-074E-BC93-AE9C26B835A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170363" y="6388298"/>
            <a:ext cx="6742112" cy="46970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850382-1310-3A4A-B12D-4C06F8DB8FFB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5F856-3440-70B3-6B4C-9FD52F664A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7D9A80-FFE4-767C-3544-AC713F2FCF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770" b="60785"/>
          <a:stretch/>
        </p:blipFill>
        <p:spPr>
          <a:xfrm>
            <a:off x="0" y="-5856"/>
            <a:ext cx="6858000" cy="2019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1521EA-AE9C-20F4-BC10-6FC180A7B0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770" r="276" b="60785"/>
          <a:stretch/>
        </p:blipFill>
        <p:spPr>
          <a:xfrm>
            <a:off x="5347504" y="-5856"/>
            <a:ext cx="6839083" cy="20193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4F81C4-50C1-CD4A-BEE3-0C409995A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501" y="587494"/>
            <a:ext cx="9972232" cy="2019300"/>
          </a:xfrm>
        </p:spPr>
        <p:txBody>
          <a:bodyPr tIns="182880" bIns="182880" anchor="b">
            <a:noAutofit/>
          </a:bodyPr>
          <a:lstStyle>
            <a:lvl1pPr>
              <a:lnSpc>
                <a:spcPct val="85000"/>
              </a:lnSpc>
              <a:defRPr lang="en-US" sz="6000" dirty="0">
                <a:solidFill>
                  <a:schemeClr val="tx1"/>
                </a:solidFill>
              </a:defRPr>
            </a:lvl1pPr>
          </a:lstStyle>
          <a:p>
            <a:r>
              <a:rPr lang="en-US"/>
              <a:t>Here’s your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8952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AE502712-C351-514D-8DD0-54EE007C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6E58A-949D-F5DC-43A6-94F138BD54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06A7FC-DC4C-F7DE-41CA-91270F317B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-1" y="-16275"/>
            <a:ext cx="2791968" cy="2837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9C257B-EF0C-E949-9C7D-6E10723FB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rgbClr val="0261A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0138DB-B7CF-DA1F-2EC6-9D8C1D88C7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00032" y="3552432"/>
            <a:ext cx="2791968" cy="283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08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EF4A91-15FF-D3D2-941C-62B2A71084E3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@2025 Sam’s Club Confidential — Internal use only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0AB9D0-9466-86BB-7DC1-7D39DB0058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80A084-D9E7-3849-935A-991EBFB3E6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-1" y="-16275"/>
            <a:ext cx="2791968" cy="2837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20B14C-4339-5180-4767-2E97540A2E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00032" y="3552432"/>
            <a:ext cx="2791968" cy="283785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CBBF13A-2944-DE42-8C1F-B01016C3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261A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93A02-BCAE-C44A-9F01-388AA311A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4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5A44AC3-6CA7-94FA-B600-F88ADCCA6C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616" y="6505552"/>
            <a:ext cx="268732" cy="22693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C991E-59F4-ACA5-082E-1F48693DA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7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bg>
      <p:bgPr>
        <a:solidFill>
          <a:srgbClr val="0261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745E15-F0F7-1F4A-8E80-419B86BC066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E4F8687-DA5F-074E-BC93-AE9C26B835A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170363" y="6388298"/>
            <a:ext cx="6742112" cy="46970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1829F9D-03B7-2440-96B8-9174AF8442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2841DE-4403-F14E-8A42-C9234BDEAE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047C90-BC64-069D-7A73-96DE727B4FDC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rgbClr val="FAFAFA"/>
                </a:solidFill>
              </a:rPr>
              <a:t>@2025 Sam’s Club Confidential — Internal use only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2CFDC62-AF36-80EA-E11D-841C95FE67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616" y="6505552"/>
            <a:ext cx="268732" cy="2269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6B9D009-0724-911D-9EB4-4D038EDBB5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-2" b="60785"/>
          <a:stretch/>
        </p:blipFill>
        <p:spPr>
          <a:xfrm>
            <a:off x="0" y="0"/>
            <a:ext cx="6858000" cy="268941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44A5B31-41E2-6FE3-30B5-F7D3191E5A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-2" r="276" b="60785"/>
          <a:stretch/>
        </p:blipFill>
        <p:spPr>
          <a:xfrm>
            <a:off x="5347504" y="0"/>
            <a:ext cx="6839083" cy="268941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4F81C4-50C1-CD4A-BEE3-0C409995A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500" y="1327150"/>
            <a:ext cx="11556999" cy="4038600"/>
          </a:xfrm>
        </p:spPr>
        <p:txBody>
          <a:bodyPr tIns="182880" bIns="182880" anchor="ctr">
            <a:normAutofit/>
          </a:bodyPr>
          <a:lstStyle>
            <a:lvl1pPr algn="ctr">
              <a:lnSpc>
                <a:spcPct val="85000"/>
              </a:lnSpc>
              <a:defRPr lang="en-US" sz="6000" dirty="0">
                <a:solidFill>
                  <a:schemeClr val="tx1"/>
                </a:solidFill>
              </a:defRPr>
            </a:lvl1pPr>
          </a:lstStyle>
          <a:p>
            <a:r>
              <a:rPr lang="en-US"/>
              <a:t>Here’s a sentence explaining </a:t>
            </a:r>
            <a:br>
              <a:rPr lang="en-US"/>
            </a:br>
            <a:r>
              <a:rPr lang="en-US"/>
              <a:t>a key message from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23439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rgbClr val="0261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7A9FD67-0DD0-1A49-B815-1996475C5D6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754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D3C6D-7E77-D242-9750-53EC429B62ED}"/>
              </a:ext>
            </a:extLst>
          </p:cNvPr>
          <p:cNvSpPr/>
          <p:nvPr userDrawn="1"/>
        </p:nvSpPr>
        <p:spPr>
          <a:xfrm>
            <a:off x="0" y="6375399"/>
            <a:ext cx="12192000" cy="4826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745E15-F0F7-1F4A-8E80-419B86BC066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E4F8687-DA5F-074E-BC93-AE9C26B835A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170363" y="6388298"/>
            <a:ext cx="6742112" cy="46970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1829F9D-03B7-2440-96B8-9174AF8442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A2841DE-4403-F14E-8A42-C9234BDEAE8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4FE035F-5821-5E40-8E01-34320FF3748C}"/>
              </a:ext>
            </a:extLst>
          </p:cNvPr>
          <p:cNvGrpSpPr/>
          <p:nvPr userDrawn="1"/>
        </p:nvGrpSpPr>
        <p:grpSpPr>
          <a:xfrm>
            <a:off x="12052117" y="-738374"/>
            <a:ext cx="2284369" cy="4924120"/>
            <a:chOff x="12087188" y="-753334"/>
            <a:chExt cx="2284369" cy="492412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45356ED-A3A7-6946-BF32-3D21E3DC8593}"/>
                </a:ext>
              </a:extLst>
            </p:cNvPr>
            <p:cNvGrpSpPr/>
            <p:nvPr userDrawn="1"/>
          </p:nvGrpSpPr>
          <p:grpSpPr>
            <a:xfrm>
              <a:off x="12087188" y="-254000"/>
              <a:ext cx="2042503" cy="4424786"/>
              <a:chOff x="12087188" y="-254000"/>
              <a:chExt cx="2042503" cy="442478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E4089AD-0666-0F46-AC8C-05B3E7EAB351}"/>
                  </a:ext>
                </a:extLst>
              </p:cNvPr>
              <p:cNvSpPr/>
              <p:nvPr userDrawn="1"/>
            </p:nvSpPr>
            <p:spPr>
              <a:xfrm>
                <a:off x="12254205" y="199076"/>
                <a:ext cx="1875486" cy="397171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8D8AD24-A4BF-5446-BB71-B293D94491B8}"/>
                  </a:ext>
                </a:extLst>
              </p:cNvPr>
              <p:cNvSpPr/>
              <p:nvPr userDrawn="1"/>
            </p:nvSpPr>
            <p:spPr>
              <a:xfrm>
                <a:off x="12254205" y="-254000"/>
                <a:ext cx="1875486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28" name="Right Triangle 27">
                <a:extLst>
                  <a:ext uri="{FF2B5EF4-FFF2-40B4-BE49-F238E27FC236}">
                    <a16:creationId xmlns:a16="http://schemas.microsoft.com/office/drawing/2014/main" id="{DD83D6F7-E9BA-4641-82B5-590276912B24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84BE771-9FF2-E04A-93DE-73E019E9E4A7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0" spc="100">
                    <a:solidFill>
                      <a:schemeClr val="tx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</a:t>
                </a:r>
                <a:r>
                  <a:rPr lang="en-US" sz="1200" b="1" i="0" spc="100" baseline="0">
                    <a:solidFill>
                      <a:schemeClr val="tx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 TIPS</a:t>
                </a:r>
                <a:endParaRPr lang="en-US" sz="1200" b="1" i="0" spc="100">
                  <a:solidFill>
                    <a:schemeClr val="tx1"/>
                  </a:solidFill>
                  <a:latin typeface="Bogle" panose="020B0503020203060203" pitchFamily="34" charset="77"/>
                  <a:ea typeface="Post Grotesk Medium" panose="02000000000000000000" pitchFamily="2" charset="77"/>
                  <a:cs typeface="Roboto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3D73E3-7214-AD46-8CBD-C8AF7ACC736E}"/>
                  </a:ext>
                </a:extLst>
              </p:cNvPr>
              <p:cNvSpPr txBox="1"/>
              <p:nvPr userDrawn="1"/>
            </p:nvSpPr>
            <p:spPr>
              <a:xfrm>
                <a:off x="12335975" y="391562"/>
                <a:ext cx="1722523" cy="34113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PHOTOGRAPHY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add a photo, drag a photo onto the slide.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1" i="0" baseline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Alternatively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, you can also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the photo icon to browse your library.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change the photo,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you need to reset 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the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placeholder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’s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functionality. Click the picture, then delete. Follow steps above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re-add. 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If the image covers your text, right click the image, and select “Arrange -&gt;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br>
                  <a:rPr lang="en-CA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Send to back”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bg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photos</a:t>
                </a:r>
                <a:endParaRPr lang="en-US" sz="900" b="0">
                  <a:solidFill>
                    <a:schemeClr val="bg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photo and select “Edit Alt Text” from the drop-down menu -&gt;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Alt-Text pane will appear on the right hand side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Type the description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bg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D60E2FE-73BB-5C49-AD05-C2BCE8E4740D}"/>
                </a:ext>
              </a:extLst>
            </p:cNvPr>
            <p:cNvGrpSpPr/>
            <p:nvPr userDrawn="1"/>
          </p:nvGrpSpPr>
          <p:grpSpPr>
            <a:xfrm>
              <a:off x="12227071" y="-753334"/>
              <a:ext cx="2144486" cy="465012"/>
              <a:chOff x="12126587" y="-753334"/>
              <a:chExt cx="2144486" cy="465012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7C893F-63F3-B740-B905-EB3A1D6DDDED}"/>
                  </a:ext>
                </a:extLst>
              </p:cNvPr>
              <p:cNvSpPr txBox="1"/>
              <p:nvPr userDrawn="1"/>
            </p:nvSpPr>
            <p:spPr>
              <a:xfrm>
                <a:off x="12126587" y="-749987"/>
                <a:ext cx="2144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remove slide tips,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View &gt; Slide Master.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After removing, click ‘X’ to exit.  </a:t>
                </a: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1FCDDB9F-B613-BC48-B8DC-5BCC9CC2D3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3723554" y="-753334"/>
                <a:ext cx="305653" cy="415688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</p:pic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74D49B5-F201-E034-75BA-8E8D8FD47A2F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01A9DB-D664-4FC8-5B98-E026E474E2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77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Key Message">
    <p:bg>
      <p:bgPr>
        <a:solidFill>
          <a:srgbClr val="0261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8ADC52D-BBA6-E149-9AC3-71255E0EFF3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8021638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745E15-F0F7-1F4A-8E80-419B86BC066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1829F9D-03B7-2440-96B8-9174AF8442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2841DE-4403-F14E-8A42-C9234BDEAE8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5EA7651-3920-E749-921C-4DC49E433671}"/>
              </a:ext>
            </a:extLst>
          </p:cNvPr>
          <p:cNvGrpSpPr/>
          <p:nvPr userDrawn="1"/>
        </p:nvGrpSpPr>
        <p:grpSpPr>
          <a:xfrm>
            <a:off x="12052117" y="-738374"/>
            <a:ext cx="2284369" cy="4924120"/>
            <a:chOff x="12087188" y="-753334"/>
            <a:chExt cx="2284369" cy="492412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D705C75-C8F5-A74A-8210-A41274B03094}"/>
                </a:ext>
              </a:extLst>
            </p:cNvPr>
            <p:cNvGrpSpPr/>
            <p:nvPr userDrawn="1"/>
          </p:nvGrpSpPr>
          <p:grpSpPr>
            <a:xfrm>
              <a:off x="12087188" y="-254000"/>
              <a:ext cx="2042503" cy="4424786"/>
              <a:chOff x="12087188" y="-254000"/>
              <a:chExt cx="2042503" cy="4424786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D23C03A-E828-4547-954F-5175A70D44EE}"/>
                  </a:ext>
                </a:extLst>
              </p:cNvPr>
              <p:cNvSpPr/>
              <p:nvPr userDrawn="1"/>
            </p:nvSpPr>
            <p:spPr>
              <a:xfrm>
                <a:off x="12254205" y="199076"/>
                <a:ext cx="1875486" cy="397171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BD5E173-42F9-2A44-9008-520D02CC1130}"/>
                  </a:ext>
                </a:extLst>
              </p:cNvPr>
              <p:cNvSpPr/>
              <p:nvPr userDrawn="1"/>
            </p:nvSpPr>
            <p:spPr>
              <a:xfrm>
                <a:off x="12254205" y="-254000"/>
                <a:ext cx="1875486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0" name="Right Triangle 39">
                <a:extLst>
                  <a:ext uri="{FF2B5EF4-FFF2-40B4-BE49-F238E27FC236}">
                    <a16:creationId xmlns:a16="http://schemas.microsoft.com/office/drawing/2014/main" id="{CF692C4E-B501-BC4C-A674-32548A3E35F4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57B84FD-176C-5A48-95E1-E10BF571ED83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0" spc="100">
                    <a:solidFill>
                      <a:schemeClr val="tx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</a:t>
                </a:r>
                <a:r>
                  <a:rPr lang="en-US" sz="1200" b="1" i="0" spc="100" baseline="0">
                    <a:solidFill>
                      <a:schemeClr val="tx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 TIPS</a:t>
                </a:r>
                <a:endParaRPr lang="en-US" sz="1200" b="1" i="0" spc="100">
                  <a:solidFill>
                    <a:schemeClr val="tx1"/>
                  </a:solidFill>
                  <a:latin typeface="Bogle" panose="020B0503020203060203" pitchFamily="34" charset="77"/>
                  <a:ea typeface="Post Grotesk Medium" panose="02000000000000000000" pitchFamily="2" charset="77"/>
                  <a:cs typeface="Roboto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C6A822C-25AD-9F41-A916-8F99D5ED9D8B}"/>
                  </a:ext>
                </a:extLst>
              </p:cNvPr>
              <p:cNvSpPr txBox="1"/>
              <p:nvPr userDrawn="1"/>
            </p:nvSpPr>
            <p:spPr>
              <a:xfrm>
                <a:off x="12335975" y="391562"/>
                <a:ext cx="1722523" cy="34113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PHOTOGRAPHY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add a photo, drag a photo onto the slide.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1" i="0" baseline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Alternatively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, you can also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the photo icon to browse your library.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change the photo,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you need to reset 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the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placeholder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’s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functionality. Click the picture, then delete. Follow steps above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re-add. 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If the image covers your text, right click the image, and select “Arrange -&gt;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br>
                  <a:rPr lang="en-CA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Send to back”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bg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photos</a:t>
                </a:r>
                <a:endParaRPr lang="en-US" sz="900" b="0">
                  <a:solidFill>
                    <a:schemeClr val="bg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photo and select “Edit Alt Text” from the drop-down menu -&gt;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Alt-Text pane will appear on the right hand side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Type the description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bg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223D683-50C3-4E45-BD33-C85CB561288F}"/>
                </a:ext>
              </a:extLst>
            </p:cNvPr>
            <p:cNvGrpSpPr/>
            <p:nvPr userDrawn="1"/>
          </p:nvGrpSpPr>
          <p:grpSpPr>
            <a:xfrm>
              <a:off x="12227071" y="-753334"/>
              <a:ext cx="2144486" cy="465012"/>
              <a:chOff x="12126587" y="-753334"/>
              <a:chExt cx="2144486" cy="465012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8E27ACC-9913-7247-B7EC-B8A43AB6F0C2}"/>
                  </a:ext>
                </a:extLst>
              </p:cNvPr>
              <p:cNvSpPr txBox="1"/>
              <p:nvPr userDrawn="1"/>
            </p:nvSpPr>
            <p:spPr>
              <a:xfrm>
                <a:off x="12126587" y="-749987"/>
                <a:ext cx="2144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remove slide tips,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View &gt; Slide Master.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After removing, click ‘X’ to exit.  </a:t>
                </a:r>
              </a:p>
            </p:txBody>
          </p: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2E02B944-BE6D-F546-840F-DE11B334BF1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3723554" y="-753334"/>
                <a:ext cx="305653" cy="415688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</p:pic>
        </p:grp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1CE98AC-8F45-CE4E-A261-13BB89042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9498" t="36726" r="74309" b="39539"/>
          <a:stretch/>
        </p:blipFill>
        <p:spPr>
          <a:xfrm>
            <a:off x="10296036" y="0"/>
            <a:ext cx="1921359" cy="624988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F8861-A044-9745-9F2B-03655203BA6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21638" y="0"/>
            <a:ext cx="3852862" cy="6376988"/>
          </a:xfrm>
        </p:spPr>
        <p:txBody>
          <a:bodyPr anchor="ctr"/>
          <a:lstStyle>
            <a:lvl1pPr>
              <a:defRPr sz="4000" b="1" i="0">
                <a:latin typeface="Gibson SemBd" pitchFamily="2" charset="77"/>
              </a:defRPr>
            </a:lvl1pPr>
            <a:lvl2pPr>
              <a:spcBef>
                <a:spcPts val="1100"/>
              </a:spcBef>
              <a:defRPr b="0" i="0">
                <a:solidFill>
                  <a:schemeClr val="tx1"/>
                </a:solidFill>
                <a:latin typeface="Gibson" pitchFamily="2" charset="77"/>
              </a:defRPr>
            </a:lvl2pPr>
            <a:lvl3pPr>
              <a:defRPr b="0" i="0">
                <a:latin typeface="Gibson" pitchFamily="2" charset="77"/>
              </a:defRPr>
            </a:lvl3pPr>
            <a:lvl4pPr>
              <a:defRPr b="0" i="0">
                <a:latin typeface="Gibson" pitchFamily="2" charset="77"/>
              </a:defRPr>
            </a:lvl4pPr>
            <a:lvl5pPr>
              <a:defRPr b="0" i="0">
                <a:latin typeface="Gibson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617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Photo + Key Message">
    <p:bg>
      <p:bgPr>
        <a:solidFill>
          <a:srgbClr val="0261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B23B743-0D88-D9C8-C20E-AF9578D006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2" b="60785"/>
          <a:stretch/>
        </p:blipFill>
        <p:spPr>
          <a:xfrm>
            <a:off x="0" y="2333639"/>
            <a:ext cx="6858000" cy="26894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A62A40-FBC5-0081-E204-713F0547DA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2" r="276" b="60785"/>
          <a:stretch/>
        </p:blipFill>
        <p:spPr>
          <a:xfrm>
            <a:off x="5347504" y="2333639"/>
            <a:ext cx="6839083" cy="2689412"/>
          </a:xfrm>
          <a:prstGeom prst="rect">
            <a:avLst/>
          </a:prstGeom>
        </p:spPr>
      </p:pic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8ADC52D-BBA6-E149-9AC3-71255E0EFF3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12192000" cy="4356100"/>
          </a:xfrm>
          <a:solidFill>
            <a:srgbClr val="0261AD"/>
          </a:solidFill>
        </p:spPr>
        <p:txBody>
          <a:bodyPr lIns="720000" anchor="b"/>
          <a:lstStyle>
            <a:lvl1pPr algn="ctr">
              <a:defRPr/>
            </a:lvl1pPr>
          </a:lstStyle>
          <a:p>
            <a:r>
              <a:rPr lang="en-US"/>
              <a:t>To add a photo, drag a photo onto the slide</a:t>
            </a:r>
            <a:br>
              <a:rPr lang="en-US"/>
            </a:b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5909F9-4552-CA4E-8470-67EE4533D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7" y="-7642"/>
            <a:ext cx="12192000" cy="4356100"/>
          </a:xfrm>
          <a:solidFill>
            <a:srgbClr val="0261AD"/>
          </a:solidFill>
        </p:spPr>
        <p:txBody>
          <a:bodyPr lIns="684000" tIns="685800" rIns="685800" bIns="182880">
            <a:noAutofit/>
          </a:bodyPr>
          <a:lstStyle>
            <a:lvl1pPr>
              <a:defRPr sz="2400">
                <a:noFill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F8861-A044-9745-9F2B-03655203BA6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7500" y="4356100"/>
            <a:ext cx="11557000" cy="2020888"/>
          </a:xfrm>
        </p:spPr>
        <p:txBody>
          <a:bodyPr tIns="251999"/>
          <a:lstStyle>
            <a:lvl1pPr>
              <a:defRPr sz="4400" b="1" i="0">
                <a:latin typeface="Gibson SemBd" pitchFamily="2" charset="77"/>
              </a:defRPr>
            </a:lvl1pPr>
            <a:lvl2pPr>
              <a:spcBef>
                <a:spcPts val="1100"/>
              </a:spcBef>
              <a:defRPr sz="1800" b="0">
                <a:solidFill>
                  <a:schemeClr val="tx1"/>
                </a:solidFill>
              </a:defRPr>
            </a:lvl2pPr>
            <a:lvl3pPr>
              <a:defRPr sz="1600"/>
            </a:lvl3pPr>
            <a:lvl4pPr>
              <a:defRPr sz="14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E4F8687-DA5F-074E-BC93-AE9C26B835A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170363" y="6388298"/>
            <a:ext cx="6742112" cy="469702"/>
          </a:xfrm>
        </p:spPr>
        <p:txBody>
          <a:bodyPr/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745E15-F0F7-1F4A-8E80-419B86BC066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1829F9D-03B7-2440-96B8-9174AF8442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2841DE-4403-F14E-8A42-C9234BDEAE8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4EDF188-0BAA-6643-8E06-D6D6A047E3B2}"/>
              </a:ext>
            </a:extLst>
          </p:cNvPr>
          <p:cNvGrpSpPr/>
          <p:nvPr userDrawn="1"/>
        </p:nvGrpSpPr>
        <p:grpSpPr>
          <a:xfrm>
            <a:off x="12052117" y="-738374"/>
            <a:ext cx="2284369" cy="4924120"/>
            <a:chOff x="12087188" y="-753334"/>
            <a:chExt cx="2284369" cy="492412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A01CE60-2841-CA4B-8B6E-974324370DCC}"/>
                </a:ext>
              </a:extLst>
            </p:cNvPr>
            <p:cNvGrpSpPr/>
            <p:nvPr userDrawn="1"/>
          </p:nvGrpSpPr>
          <p:grpSpPr>
            <a:xfrm>
              <a:off x="12087188" y="-254000"/>
              <a:ext cx="2042503" cy="4424786"/>
              <a:chOff x="12087188" y="-254000"/>
              <a:chExt cx="2042503" cy="442478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FB5287E-D926-5B43-A53B-0E4841879D11}"/>
                  </a:ext>
                </a:extLst>
              </p:cNvPr>
              <p:cNvSpPr/>
              <p:nvPr userDrawn="1"/>
            </p:nvSpPr>
            <p:spPr>
              <a:xfrm>
                <a:off x="12254205" y="199076"/>
                <a:ext cx="1875486" cy="397171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2D20F92-20C9-F447-8612-DC2B7122B685}"/>
                  </a:ext>
                </a:extLst>
              </p:cNvPr>
              <p:cNvSpPr/>
              <p:nvPr userDrawn="1"/>
            </p:nvSpPr>
            <p:spPr>
              <a:xfrm>
                <a:off x="12254205" y="-254000"/>
                <a:ext cx="1875486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4" name="Right Triangle 33">
                <a:extLst>
                  <a:ext uri="{FF2B5EF4-FFF2-40B4-BE49-F238E27FC236}">
                    <a16:creationId xmlns:a16="http://schemas.microsoft.com/office/drawing/2014/main" id="{BEAB7151-F3FE-3D4E-9BCA-6C1D9492852A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227C99A-9673-CA4F-A1FA-ED3F370303A0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0" spc="100">
                    <a:solidFill>
                      <a:schemeClr val="tx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</a:t>
                </a:r>
                <a:r>
                  <a:rPr lang="en-US" sz="1200" b="1" i="0" spc="100" baseline="0">
                    <a:solidFill>
                      <a:schemeClr val="tx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 TIPS</a:t>
                </a:r>
                <a:endParaRPr lang="en-US" sz="1200" b="1" i="0" spc="100">
                  <a:solidFill>
                    <a:schemeClr val="tx1"/>
                  </a:solidFill>
                  <a:latin typeface="Bogle" panose="020B0503020203060203" pitchFamily="34" charset="77"/>
                  <a:ea typeface="Post Grotesk Medium" panose="02000000000000000000" pitchFamily="2" charset="77"/>
                  <a:cs typeface="Roboto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DFC1781-4A30-DB41-A389-321D085A21E6}"/>
                  </a:ext>
                </a:extLst>
              </p:cNvPr>
              <p:cNvSpPr txBox="1"/>
              <p:nvPr userDrawn="1"/>
            </p:nvSpPr>
            <p:spPr>
              <a:xfrm>
                <a:off x="12335975" y="391562"/>
                <a:ext cx="1722523" cy="34113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PHOTOGRAPHY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add a photo, drag a photo onto the slide.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1" i="0" baseline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Alternatively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, you can also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the photo icon to browse your library.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change the photo,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you need to reset 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the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placeholder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’s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functionality. Click the picture, then delete. Follow steps above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re-add. 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If the image covers your text, right click the image, and select “Arrange -&gt;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br>
                  <a:rPr lang="en-CA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Send to back”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bg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photos</a:t>
                </a:r>
                <a:endParaRPr lang="en-US" sz="900" b="0">
                  <a:solidFill>
                    <a:schemeClr val="bg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photo and select “Edit Alt Text” from the drop-down menu -&gt;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Alt-Text pane will appear on the right hand side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Type the description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bg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BE820E8-D781-6A4F-8711-6575F89B994A}"/>
                </a:ext>
              </a:extLst>
            </p:cNvPr>
            <p:cNvGrpSpPr/>
            <p:nvPr userDrawn="1"/>
          </p:nvGrpSpPr>
          <p:grpSpPr>
            <a:xfrm>
              <a:off x="12227071" y="-753334"/>
              <a:ext cx="2144486" cy="465012"/>
              <a:chOff x="12126587" y="-753334"/>
              <a:chExt cx="2144486" cy="465012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197497-DABB-5E4E-B303-15152F4CEADE}"/>
                  </a:ext>
                </a:extLst>
              </p:cNvPr>
              <p:cNvSpPr txBox="1"/>
              <p:nvPr userDrawn="1"/>
            </p:nvSpPr>
            <p:spPr>
              <a:xfrm>
                <a:off x="12126587" y="-749987"/>
                <a:ext cx="2144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remove slide tips,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View &gt; Slide Master.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After removing, click ‘X’ to exit.  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5EF67DDA-7147-154E-9A06-9A2528C0CFF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13723554" y="-753334"/>
                <a:ext cx="305653" cy="415688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</p:pic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55FC12A-47C4-A9A0-933A-6864C835900F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rgbClr val="FAFAFA"/>
                </a:solidFill>
              </a:rPr>
              <a:t>@2024 Sam’s Club Confidential — Internal use only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F1B6D3-010C-B48D-A23B-C6691A55BC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7616" y="6505552"/>
            <a:ext cx="268732" cy="22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885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">
    <p:bg>
      <p:bgPr>
        <a:solidFill>
          <a:srgbClr val="0261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4787F70-25B5-EE4D-9421-4DCC228CFC1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21364" y="1327151"/>
            <a:ext cx="4038600" cy="4038600"/>
          </a:xfrm>
          <a:prstGeom prst="ellipse">
            <a:avLst/>
          </a:prstGeom>
          <a:ln w="38100">
            <a:solidFill>
              <a:srgbClr val="94ECFF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56E93DC-E2C1-B34D-A12C-678245D039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30800" y="1747777"/>
            <a:ext cx="5781675" cy="1598673"/>
          </a:xfrm>
        </p:spPr>
        <p:txBody>
          <a:bodyPr tIns="182880" bIns="72000" anchor="b">
            <a:normAutofit/>
          </a:bodyPr>
          <a:lstStyle>
            <a:lvl1pPr>
              <a:defRPr sz="4400"/>
            </a:lvl1pPr>
          </a:lstStyle>
          <a:p>
            <a:pPr lvl="0"/>
            <a:r>
              <a:rPr lang="en-US" err="1"/>
              <a:t>Firstname</a:t>
            </a:r>
            <a:r>
              <a:rPr lang="zh-TW" alt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2BF2309-9F92-A14A-B1A5-0C51058E4F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30800" y="3347465"/>
            <a:ext cx="5781675" cy="1021531"/>
          </a:xfrm>
        </p:spPr>
        <p:txBody>
          <a:bodyPr tIns="182880" bIns="182880" anchor="t">
            <a:noAutofit/>
          </a:bodyPr>
          <a:lstStyle>
            <a:lvl1pPr>
              <a:spcBef>
                <a:spcPts val="500"/>
              </a:spcBef>
              <a:defRPr sz="2800" b="0" i="0">
                <a:latin typeface="Gibson" pitchFamily="2" charset="77"/>
              </a:defRPr>
            </a:lvl1pPr>
          </a:lstStyle>
          <a:p>
            <a:pPr lvl="0"/>
            <a:r>
              <a:rPr lang="en-US"/>
              <a:t>Title and organization go here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745E15-F0F7-1F4A-8E80-419B86BC066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E4F8687-DA5F-074E-BC93-AE9C26B835A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170363" y="6388298"/>
            <a:ext cx="6742112" cy="46970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1829F9D-03B7-2440-96B8-9174AF8442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2841DE-4403-F14E-8A42-C9234BDEAE8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AC96776-97CB-9244-A032-A6E896DBE523}"/>
              </a:ext>
            </a:extLst>
          </p:cNvPr>
          <p:cNvGrpSpPr/>
          <p:nvPr userDrawn="1"/>
        </p:nvGrpSpPr>
        <p:grpSpPr>
          <a:xfrm>
            <a:off x="12052117" y="-738374"/>
            <a:ext cx="2284369" cy="4924120"/>
            <a:chOff x="12087188" y="-753334"/>
            <a:chExt cx="2284369" cy="492412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A7822A0-E936-1942-A0F8-E35C59A2EFAE}"/>
                </a:ext>
              </a:extLst>
            </p:cNvPr>
            <p:cNvGrpSpPr/>
            <p:nvPr userDrawn="1"/>
          </p:nvGrpSpPr>
          <p:grpSpPr>
            <a:xfrm>
              <a:off x="12087188" y="-254000"/>
              <a:ext cx="2042503" cy="4424786"/>
              <a:chOff x="12087188" y="-254000"/>
              <a:chExt cx="2042503" cy="442478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B272EC2-0F7A-B249-A3EB-45D9AE34F0E5}"/>
                  </a:ext>
                </a:extLst>
              </p:cNvPr>
              <p:cNvSpPr/>
              <p:nvPr userDrawn="1"/>
            </p:nvSpPr>
            <p:spPr>
              <a:xfrm>
                <a:off x="12254205" y="199076"/>
                <a:ext cx="1875486" cy="397171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93D588F-86F0-B445-B54F-37C787A68328}"/>
                  </a:ext>
                </a:extLst>
              </p:cNvPr>
              <p:cNvSpPr/>
              <p:nvPr userDrawn="1"/>
            </p:nvSpPr>
            <p:spPr>
              <a:xfrm>
                <a:off x="12254205" y="-254000"/>
                <a:ext cx="1875486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21" name="Right Triangle 20">
                <a:extLst>
                  <a:ext uri="{FF2B5EF4-FFF2-40B4-BE49-F238E27FC236}">
                    <a16:creationId xmlns:a16="http://schemas.microsoft.com/office/drawing/2014/main" id="{8D7F7A6A-C183-5840-9155-3A2FDB112BFA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8F5214C-D8AF-9545-8037-BEC245C382B8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0" spc="100">
                    <a:solidFill>
                      <a:schemeClr val="tx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</a:t>
                </a:r>
                <a:r>
                  <a:rPr lang="en-US" sz="1200" b="1" i="0" spc="100" baseline="0">
                    <a:solidFill>
                      <a:schemeClr val="tx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 TIPS</a:t>
                </a:r>
                <a:endParaRPr lang="en-US" sz="1200" b="1" i="0" spc="100">
                  <a:solidFill>
                    <a:schemeClr val="tx1"/>
                  </a:solidFill>
                  <a:latin typeface="Bogle" panose="020B0503020203060203" pitchFamily="34" charset="77"/>
                  <a:ea typeface="Post Grotesk Medium" panose="02000000000000000000" pitchFamily="2" charset="77"/>
                  <a:cs typeface="Roboto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B12FF0-C83A-984B-A583-221E5612505A}"/>
                  </a:ext>
                </a:extLst>
              </p:cNvPr>
              <p:cNvSpPr txBox="1"/>
              <p:nvPr userDrawn="1"/>
            </p:nvSpPr>
            <p:spPr>
              <a:xfrm>
                <a:off x="12335975" y="391562"/>
                <a:ext cx="1722523" cy="34113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PHOTOGRAPHY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add a photo, drag a photo onto the slide.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1" i="0" baseline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Alternatively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, you can also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the photo icon to browse your library.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change the photo,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you need to reset 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the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placeholder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’s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functionality. Click the picture, then delete. Follow steps above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re-add. 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If the image covers your text, right click the image, and select “Arrange -&gt;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br>
                  <a:rPr lang="en-CA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Send to back”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bg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photos</a:t>
                </a:r>
                <a:endParaRPr lang="en-US" sz="900" b="0">
                  <a:solidFill>
                    <a:schemeClr val="bg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photo and select “Edit Alt Text” from the drop-down menu -&gt;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Alt-Text pane will appear on the right hand side</a:t>
                </a:r>
                <a:r>
                  <a:rPr lang="zh-TW" alt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</a:t>
                </a:r>
                <a:b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Type the description</a:t>
                </a:r>
                <a:r>
                  <a:rPr lang="en-US" altLang="zh-TW" sz="900" b="0">
                    <a:solidFill>
                      <a:schemeClr val="bg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bg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EC7A87A-1905-C34B-8CAA-E09041DEDC01}"/>
                </a:ext>
              </a:extLst>
            </p:cNvPr>
            <p:cNvGrpSpPr/>
            <p:nvPr userDrawn="1"/>
          </p:nvGrpSpPr>
          <p:grpSpPr>
            <a:xfrm>
              <a:off x="12227071" y="-753334"/>
              <a:ext cx="2144486" cy="465012"/>
              <a:chOff x="12126587" y="-753334"/>
              <a:chExt cx="2144486" cy="46501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0D01D6-E2CF-F743-967D-F129A251AA12}"/>
                  </a:ext>
                </a:extLst>
              </p:cNvPr>
              <p:cNvSpPr txBox="1"/>
              <p:nvPr userDrawn="1"/>
            </p:nvSpPr>
            <p:spPr>
              <a:xfrm>
                <a:off x="12126587" y="-749987"/>
                <a:ext cx="2144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remove slide tips,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View &gt; Slide Master.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After removing, click ‘X’ to exit.  </a:t>
                </a:r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441303A1-CAFB-9349-B07B-90FA23771F9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3723554" y="-753334"/>
                <a:ext cx="305653" cy="415688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</p:pic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E5B4DA6-BBB7-9843-B346-FA384A940AC4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rgbClr val="FAFAFA"/>
                </a:solidFill>
              </a:rPr>
              <a:t>@2024 Sam’s Club Confidential — Internal use only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3C91BC-314A-EA6E-87E6-95E2BFC5C5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7616" y="6505552"/>
            <a:ext cx="268732" cy="2269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B7BE53-4BB5-1D6F-882F-DF1B3440AF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b="92986"/>
          <a:stretch/>
        </p:blipFill>
        <p:spPr>
          <a:xfrm>
            <a:off x="0" y="1143"/>
            <a:ext cx="6858000" cy="4810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258ED4-419D-FE37-1D43-962FFD195D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276" b="92986"/>
          <a:stretch/>
        </p:blipFill>
        <p:spPr>
          <a:xfrm>
            <a:off x="5347504" y="1143"/>
            <a:ext cx="6839083" cy="48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38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385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A41E2EE8-0E66-5E48-A325-8A2A675C280E}"/>
              </a:ext>
            </a:extLst>
          </p:cNvPr>
          <p:cNvSpPr/>
          <p:nvPr userDrawn="1"/>
        </p:nvSpPr>
        <p:spPr>
          <a:xfrm rot="10800000">
            <a:off x="1" y="0"/>
            <a:ext cx="4170362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63AF62-3A72-ABEE-3B33-5BD30A02EF65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rgbClr val="FAFAFA"/>
                </a:solidFill>
              </a:rPr>
              <a:t>@2024 Sam’s Club Confidential — Internal use only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9731F2-B78C-172B-EEF5-876D111122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616" y="6505552"/>
            <a:ext cx="268732" cy="22693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119B86-F74F-9743-AF79-7706CE7724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7861" y="1174848"/>
            <a:ext cx="2408669" cy="1009649"/>
          </a:xfrm>
        </p:spPr>
        <p:txBody>
          <a:bodyPr tIns="91440" bIns="0" anchor="b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5400" b="1" i="0">
                <a:solidFill>
                  <a:srgbClr val="0261AD"/>
                </a:solidFill>
                <a:latin typeface="Gibson SemBd" pitchFamily="2" charset="77"/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5400" b="1">
                <a:solidFill>
                  <a:schemeClr val="accent1"/>
                </a:solidFill>
                <a:latin typeface="+mj-lt"/>
              </a:defRPr>
            </a:lvl2pPr>
            <a:lvl3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4pPr>
            <a:lvl5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5pPr>
            <a:lvl6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6pPr>
            <a:lvl7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7pPr>
            <a:lvl8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8pPr>
            <a:lvl9pPr marL="0" indent="0" algn="ctr">
              <a:spcBef>
                <a:spcPts val="0"/>
              </a:spcBef>
              <a:buNone/>
              <a:defRPr sz="6600" b="1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6A403E7-64E1-C544-A37E-367B6011B5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87861" y="2184499"/>
            <a:ext cx="2408669" cy="1009649"/>
          </a:xfrm>
        </p:spPr>
        <p:txBody>
          <a:bodyPr tIns="91440" bIns="91440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  <a:latin typeface="+mj-lt"/>
              </a:defRPr>
            </a:lvl2pPr>
            <a:lvl3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4pPr>
            <a:lvl5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5pPr>
            <a:lvl6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6pPr>
            <a:lvl7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7pPr>
            <a:lvl8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8pPr>
            <a:lvl9pPr marL="0" indent="0" algn="ctr"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Your topic goes here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FCFD98A-E46B-3A4A-841A-57D26B5DF8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3931" y="1174848"/>
            <a:ext cx="2408669" cy="1009649"/>
          </a:xfrm>
        </p:spPr>
        <p:txBody>
          <a:bodyPr tIns="91440" bIns="0" anchor="b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5400" b="1" i="0">
                <a:solidFill>
                  <a:srgbClr val="0261AD"/>
                </a:solidFill>
                <a:latin typeface="Gibson SemBd" pitchFamily="2" charset="77"/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5400" b="1">
                <a:solidFill>
                  <a:schemeClr val="accent1"/>
                </a:solidFill>
                <a:latin typeface="+mj-lt"/>
              </a:defRPr>
            </a:lvl2pPr>
            <a:lvl3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4pPr>
            <a:lvl5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5pPr>
            <a:lvl6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6pPr>
            <a:lvl7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7pPr>
            <a:lvl8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8pPr>
            <a:lvl9pPr marL="0" indent="0" algn="ctr">
              <a:spcBef>
                <a:spcPts val="0"/>
              </a:spcBef>
              <a:buNone/>
              <a:defRPr sz="6600" b="1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E08AF30-6350-494F-980C-71B2CB6BBD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3931" y="2184499"/>
            <a:ext cx="2408669" cy="1009649"/>
          </a:xfrm>
        </p:spPr>
        <p:txBody>
          <a:bodyPr tIns="91440" bIns="91440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  <a:latin typeface="+mj-lt"/>
              </a:defRPr>
            </a:lvl2pPr>
            <a:lvl3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4pPr>
            <a:lvl5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5pPr>
            <a:lvl6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6pPr>
            <a:lvl7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7pPr>
            <a:lvl8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8pPr>
            <a:lvl9pPr marL="0" indent="0" algn="ctr"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Your topic goes here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C47C450-7B00-8148-97AE-D846C7A6C6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63032" y="1174848"/>
            <a:ext cx="2408669" cy="1009649"/>
          </a:xfrm>
        </p:spPr>
        <p:txBody>
          <a:bodyPr tIns="91440" bIns="0" anchor="b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5400" b="1" i="0">
                <a:solidFill>
                  <a:srgbClr val="0261AD"/>
                </a:solidFill>
                <a:latin typeface="Gibson SemBd" pitchFamily="2" charset="77"/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5400" b="1">
                <a:solidFill>
                  <a:schemeClr val="accent1"/>
                </a:solidFill>
                <a:latin typeface="+mj-lt"/>
              </a:defRPr>
            </a:lvl2pPr>
            <a:lvl3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4pPr>
            <a:lvl5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5pPr>
            <a:lvl6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6pPr>
            <a:lvl7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7pPr>
            <a:lvl8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8pPr>
            <a:lvl9pPr marL="0" indent="0" algn="ctr">
              <a:spcBef>
                <a:spcPts val="0"/>
              </a:spcBef>
              <a:buNone/>
              <a:defRPr sz="6600" b="1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CF1233BD-1F27-AD41-9954-62151BFBF0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63032" y="2184499"/>
            <a:ext cx="2408669" cy="1009649"/>
          </a:xfrm>
        </p:spPr>
        <p:txBody>
          <a:bodyPr tIns="91440" bIns="91440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  <a:latin typeface="+mj-lt"/>
              </a:defRPr>
            </a:lvl2pPr>
            <a:lvl3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4pPr>
            <a:lvl5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5pPr>
            <a:lvl6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6pPr>
            <a:lvl7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7pPr>
            <a:lvl8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8pPr>
            <a:lvl9pPr marL="0" indent="0" algn="ctr"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Your topic goes here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96FEF277-78A7-AA45-AAB0-CED11C38A1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87861" y="3495074"/>
            <a:ext cx="2408669" cy="1009649"/>
          </a:xfrm>
        </p:spPr>
        <p:txBody>
          <a:bodyPr tIns="91440" bIns="0" anchor="b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5400" b="1" i="0">
                <a:solidFill>
                  <a:srgbClr val="0261AD"/>
                </a:solidFill>
                <a:latin typeface="Gibson SemBd" pitchFamily="2" charset="77"/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5400" b="1">
                <a:solidFill>
                  <a:schemeClr val="accent1"/>
                </a:solidFill>
                <a:latin typeface="+mj-lt"/>
              </a:defRPr>
            </a:lvl2pPr>
            <a:lvl3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4pPr>
            <a:lvl5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5pPr>
            <a:lvl6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6pPr>
            <a:lvl7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7pPr>
            <a:lvl8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8pPr>
            <a:lvl9pPr marL="0" indent="0" algn="ctr">
              <a:spcBef>
                <a:spcPts val="0"/>
              </a:spcBef>
              <a:buNone/>
              <a:defRPr sz="6600" b="1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CB8724F-E8A2-AD4C-80F4-ECE81E0E46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87861" y="4504725"/>
            <a:ext cx="2408669" cy="1009649"/>
          </a:xfrm>
        </p:spPr>
        <p:txBody>
          <a:bodyPr tIns="91440" bIns="91440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  <a:latin typeface="+mj-lt"/>
              </a:defRPr>
            </a:lvl2pPr>
            <a:lvl3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4pPr>
            <a:lvl5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5pPr>
            <a:lvl6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6pPr>
            <a:lvl7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7pPr>
            <a:lvl8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8pPr>
            <a:lvl9pPr marL="0" indent="0" algn="ctr"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Your topic goes here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79993A6-7B87-7640-921A-A739CE9BA5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63931" y="3495074"/>
            <a:ext cx="2408669" cy="1009649"/>
          </a:xfrm>
        </p:spPr>
        <p:txBody>
          <a:bodyPr tIns="91440" bIns="0" anchor="b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5400" b="1" i="0">
                <a:solidFill>
                  <a:srgbClr val="0261AD"/>
                </a:solidFill>
                <a:latin typeface="Gibson SemBd" pitchFamily="2" charset="77"/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5400" b="1">
                <a:solidFill>
                  <a:schemeClr val="accent1"/>
                </a:solidFill>
                <a:latin typeface="+mj-lt"/>
              </a:defRPr>
            </a:lvl2pPr>
            <a:lvl3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4pPr>
            <a:lvl5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5pPr>
            <a:lvl6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6pPr>
            <a:lvl7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7pPr>
            <a:lvl8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8pPr>
            <a:lvl9pPr marL="0" indent="0" algn="ctr">
              <a:spcBef>
                <a:spcPts val="0"/>
              </a:spcBef>
              <a:buNone/>
              <a:defRPr sz="6600" b="1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0AF3830-16DD-064C-B617-C95067A8BD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63931" y="4504725"/>
            <a:ext cx="2408669" cy="1009649"/>
          </a:xfrm>
        </p:spPr>
        <p:txBody>
          <a:bodyPr tIns="91440" bIns="91440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  <a:latin typeface="+mj-lt"/>
              </a:defRPr>
            </a:lvl2pPr>
            <a:lvl3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4pPr>
            <a:lvl5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5pPr>
            <a:lvl6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6pPr>
            <a:lvl7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7pPr>
            <a:lvl8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8pPr>
            <a:lvl9pPr marL="0" indent="0" algn="ctr"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Your topic goes here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B6E593D9-4766-914C-BCB3-F9734140DF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63032" y="3495074"/>
            <a:ext cx="2408669" cy="1009649"/>
          </a:xfrm>
        </p:spPr>
        <p:txBody>
          <a:bodyPr tIns="91440" bIns="0" anchor="b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5400" b="1" i="0">
                <a:solidFill>
                  <a:srgbClr val="0261AD"/>
                </a:solidFill>
                <a:latin typeface="Gibson SemBd" pitchFamily="2" charset="77"/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5400" b="1">
                <a:solidFill>
                  <a:schemeClr val="accent1"/>
                </a:solidFill>
                <a:latin typeface="+mj-lt"/>
              </a:defRPr>
            </a:lvl2pPr>
            <a:lvl3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4pPr>
            <a:lvl5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5pPr>
            <a:lvl6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6pPr>
            <a:lvl7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7pPr>
            <a:lvl8pPr marL="0" indent="0" algn="ctr">
              <a:spcBef>
                <a:spcPts val="0"/>
              </a:spcBef>
              <a:buNone/>
              <a:defRPr sz="5400" b="1">
                <a:solidFill>
                  <a:schemeClr val="accent1"/>
                </a:solidFill>
                <a:latin typeface="+mj-lt"/>
              </a:defRPr>
            </a:lvl8pPr>
            <a:lvl9pPr marL="0" indent="0" algn="ctr">
              <a:spcBef>
                <a:spcPts val="0"/>
              </a:spcBef>
              <a:buNone/>
              <a:defRPr sz="6600" b="1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6D62A39-7577-5941-BF99-90907A35F37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63032" y="4504725"/>
            <a:ext cx="2408669" cy="1009649"/>
          </a:xfrm>
        </p:spPr>
        <p:txBody>
          <a:bodyPr tIns="91440" bIns="91440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  <a:latin typeface="+mj-lt"/>
              </a:defRPr>
            </a:lvl2pPr>
            <a:lvl3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4pPr>
            <a:lvl5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5pPr>
            <a:lvl6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6pPr>
            <a:lvl7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7pPr>
            <a:lvl8pPr marL="0" indent="0" algn="ctr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8pPr>
            <a:lvl9pPr marL="0" indent="0" algn="ctr"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Your topic goes here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8BD2CE7-4292-01B2-CAA1-55CA016C5B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9498" t="36726" r="74309" b="39539"/>
          <a:stretch/>
        </p:blipFill>
        <p:spPr>
          <a:xfrm>
            <a:off x="0" y="0"/>
            <a:ext cx="1921359" cy="624988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3FE265-5163-CF4A-BB8E-7B22688FEA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499" y="314325"/>
            <a:ext cx="3852863" cy="6062663"/>
          </a:xfrm>
        </p:spPr>
        <p:txBody>
          <a:bodyPr anchor="t"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Here’s a heading for your table of contents / agenda</a:t>
            </a:r>
          </a:p>
        </p:txBody>
      </p:sp>
    </p:spTree>
    <p:extLst>
      <p:ext uri="{BB962C8B-B14F-4D97-AF65-F5344CB8AC3E}">
        <p14:creationId xmlns:p14="http://schemas.microsoft.com/office/powerpoint/2010/main" val="3486437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2819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+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A41E2EE8-0E66-5E48-A325-8A2A675C280E}"/>
              </a:ext>
            </a:extLst>
          </p:cNvPr>
          <p:cNvSpPr/>
          <p:nvPr userDrawn="1"/>
        </p:nvSpPr>
        <p:spPr>
          <a:xfrm rot="10800000">
            <a:off x="1" y="0"/>
            <a:ext cx="4170362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119B86-F74F-9743-AF79-7706CE7724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0362" y="314325"/>
            <a:ext cx="7702551" cy="60626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0CD8ED-12C5-EC14-04FA-DDE5DFA6D440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rgbClr val="FAFAFA"/>
                </a:solidFill>
              </a:rPr>
              <a:t>@2024 Sam’s Club Confidential — Internal use only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A4DC1A-7F81-644D-C6EA-89BDB96567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616" y="6505552"/>
            <a:ext cx="268732" cy="2269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ADB59F-4488-09BC-91DD-0779DAD072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9498" t="36726" r="74309" b="39539"/>
          <a:stretch/>
        </p:blipFill>
        <p:spPr>
          <a:xfrm>
            <a:off x="0" y="0"/>
            <a:ext cx="1921359" cy="624988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3FE265-5163-CF4A-BB8E-7B22688F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314325"/>
            <a:ext cx="3852863" cy="5051425"/>
          </a:xfrm>
        </p:spPr>
        <p:txBody>
          <a:bodyPr anchor="t"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9841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+ Chart, Table, or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B3AB25A-D868-DB4E-8F73-D0DA87B99E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ound Same Side Corner Rectangle 9">
            <a:extLst>
              <a:ext uri="{FF2B5EF4-FFF2-40B4-BE49-F238E27FC236}">
                <a16:creationId xmlns:a16="http://schemas.microsoft.com/office/drawing/2014/main" id="{86021385-ED52-524D-9CA4-81C4D6F3875C}"/>
              </a:ext>
            </a:extLst>
          </p:cNvPr>
          <p:cNvSpPr/>
          <p:nvPr userDrawn="1"/>
        </p:nvSpPr>
        <p:spPr>
          <a:xfrm rot="10800000">
            <a:off x="1" y="0"/>
            <a:ext cx="4170362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261A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1B703-5760-314B-A89B-8CDE3E3EC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0363" y="314325"/>
            <a:ext cx="7704137" cy="1012825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add subheading or key take-away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4B41C99-CE4E-1749-ADDE-00813EAF47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70363" y="5556251"/>
            <a:ext cx="7704137" cy="832047"/>
          </a:xfrm>
        </p:spPr>
        <p:txBody>
          <a:bodyPr tIns="182880" bIns="182880" anchor="b">
            <a:noAutofit/>
          </a:bodyPr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a footnote or caption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75A62A-A8D6-BC9F-3D99-2DE782609030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rgbClr val="FAFAFA"/>
                </a:solidFill>
              </a:rPr>
              <a:t>@2024 Sam’s Club Confidential — Internal use only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73CE9-0F9D-B317-1929-8181254765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616" y="6505552"/>
            <a:ext cx="268732" cy="226930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FB926A8-2922-4F4A-AA05-9E7CF1B5B86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36123" y="1517651"/>
            <a:ext cx="6972615" cy="3848100"/>
          </a:xfrm>
        </p:spPr>
        <p:txBody>
          <a:bodyPr anchor="ctr"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Use this placeholder for a chart, table, or graphic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B39DDA-F03E-7A8E-4306-7DBACAD767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9498" t="36726" r="74309" b="39539"/>
          <a:stretch/>
        </p:blipFill>
        <p:spPr>
          <a:xfrm>
            <a:off x="0" y="0"/>
            <a:ext cx="1921359" cy="6249880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C254D4F4-F541-154B-B081-3B7274A1C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314325"/>
            <a:ext cx="3852863" cy="5051425"/>
          </a:xfrm>
        </p:spPr>
        <p:txBody>
          <a:bodyPr anchor="t"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6015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56">
          <p15:clr>
            <a:srgbClr val="FBAE40"/>
          </p15:clr>
        </p15:guide>
        <p15:guide id="2" pos="724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425F8B-0834-B1F5-34B1-16DDFB0AD5CF}"/>
              </a:ext>
            </a:extLst>
          </p:cNvPr>
          <p:cNvSpPr/>
          <p:nvPr userDrawn="1"/>
        </p:nvSpPr>
        <p:spPr>
          <a:xfrm>
            <a:off x="4170362" y="-1"/>
            <a:ext cx="8021638" cy="1740363"/>
          </a:xfrm>
          <a:prstGeom prst="rect">
            <a:avLst/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>
              <a:latin typeface="Gibson SemBd" pitchFamily="2" charset="77"/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DB6D5F-646C-804D-B09C-2B17B2B04F8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4170363" cy="6858000"/>
          </a:xfrm>
        </p:spPr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98352-B682-3A44-8E47-84D695881FA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170363" y="1755648"/>
            <a:ext cx="7704137" cy="4621340"/>
          </a:xfrm>
        </p:spPr>
        <p:txBody>
          <a:bodyPr/>
          <a:lstStyle>
            <a:lvl1pPr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</a:defRPr>
            </a:lvl1pPr>
            <a:lvl2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</a:defRPr>
            </a:lvl2pPr>
            <a:lvl3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</a:defRPr>
            </a:lvl3pPr>
            <a:lvl4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</a:defRPr>
            </a:lvl4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3954987-481B-2044-9F1B-3BECD23A7596}"/>
              </a:ext>
            </a:extLst>
          </p:cNvPr>
          <p:cNvGrpSpPr/>
          <p:nvPr userDrawn="1"/>
        </p:nvGrpSpPr>
        <p:grpSpPr>
          <a:xfrm>
            <a:off x="12052117" y="-738374"/>
            <a:ext cx="2284369" cy="4924120"/>
            <a:chOff x="12087188" y="-753334"/>
            <a:chExt cx="2284369" cy="492412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F00D16B-BEBD-6B4F-B73D-22D87337AFCE}"/>
                </a:ext>
              </a:extLst>
            </p:cNvPr>
            <p:cNvGrpSpPr/>
            <p:nvPr userDrawn="1"/>
          </p:nvGrpSpPr>
          <p:grpSpPr>
            <a:xfrm>
              <a:off x="12087188" y="-254000"/>
              <a:ext cx="2042503" cy="4424786"/>
              <a:chOff x="12087188" y="-254000"/>
              <a:chExt cx="2042503" cy="4424786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47ECF78-4F8E-7647-BE11-61834D1DA631}"/>
                  </a:ext>
                </a:extLst>
              </p:cNvPr>
              <p:cNvSpPr/>
              <p:nvPr userDrawn="1"/>
            </p:nvSpPr>
            <p:spPr>
              <a:xfrm>
                <a:off x="12254205" y="199076"/>
                <a:ext cx="1875486" cy="39717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93A9CBB-2612-534E-9879-C2084C82306E}"/>
                  </a:ext>
                </a:extLst>
              </p:cNvPr>
              <p:cNvSpPr/>
              <p:nvPr userDrawn="1"/>
            </p:nvSpPr>
            <p:spPr>
              <a:xfrm>
                <a:off x="12254205" y="-254000"/>
                <a:ext cx="1875486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4" name="Right Triangle 43">
                <a:extLst>
                  <a:ext uri="{FF2B5EF4-FFF2-40B4-BE49-F238E27FC236}">
                    <a16:creationId xmlns:a16="http://schemas.microsoft.com/office/drawing/2014/main" id="{2193FEE0-849C-9644-AA20-222627C5F123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5A0299B-B576-7C4F-8A9A-AABD8FE76DA4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914400" rtl="0" eaLnBrk="1" latinLnBrk="0" hangingPunct="1"/>
                <a:r>
                  <a:rPr lang="en-US" sz="1200" b="1" i="0" kern="120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 TIPS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2839D61-5992-2F4A-BF9D-6A92383EEFB4}"/>
                  </a:ext>
                </a:extLst>
              </p:cNvPr>
              <p:cNvSpPr txBox="1"/>
              <p:nvPr userDrawn="1"/>
            </p:nvSpPr>
            <p:spPr>
              <a:xfrm>
                <a:off x="12335975" y="391562"/>
                <a:ext cx="1722523" cy="34113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PHOTOGRAPHY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add a photo, drag a photo onto the slide.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1" i="0" baseline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Alternatively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, you can also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the photo icon to browse your library.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change the photo,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you need to reset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the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placeholder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’s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functionality. Click the picture, then delete. Follow steps above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re-add. 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If the image covers your text, right click the image, and select “Arrange -&gt;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br>
                  <a:rPr lang="en-CA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Send to back”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photos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photo and select “Edit Alt Text” from the drop-down menu -&gt;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B28B7EE-7DB4-174F-B199-E86A2E593513}"/>
                </a:ext>
              </a:extLst>
            </p:cNvPr>
            <p:cNvGrpSpPr/>
            <p:nvPr userDrawn="1"/>
          </p:nvGrpSpPr>
          <p:grpSpPr>
            <a:xfrm>
              <a:off x="12227071" y="-753334"/>
              <a:ext cx="2144486" cy="465012"/>
              <a:chOff x="12126587" y="-753334"/>
              <a:chExt cx="2144486" cy="465012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E57C421-79E8-FA4F-AEC4-8A5ADC330F6C}"/>
                  </a:ext>
                </a:extLst>
              </p:cNvPr>
              <p:cNvSpPr txBox="1"/>
              <p:nvPr userDrawn="1"/>
            </p:nvSpPr>
            <p:spPr>
              <a:xfrm>
                <a:off x="12126587" y="-749987"/>
                <a:ext cx="2144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remove slide tips,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View &gt; Slide Master.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After removing, click ‘X’ to exit.  </a:t>
                </a:r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FEC6E694-1435-3E40-B3FC-7D3917EAE48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3723554" y="-753334"/>
                <a:ext cx="305653" cy="415688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</p:pic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02FDBD2-D1D3-300A-73D8-D1EF646325C3}"/>
              </a:ext>
            </a:extLst>
          </p:cNvPr>
          <p:cNvSpPr/>
          <p:nvPr userDrawn="1"/>
        </p:nvSpPr>
        <p:spPr>
          <a:xfrm>
            <a:off x="47483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46EC49-E946-9988-4F91-B75EE89671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4023" y="6505551"/>
            <a:ext cx="268732" cy="2269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E47033-D12A-E3F2-0F4D-8087282B1A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769" b="79997"/>
          <a:stretch/>
        </p:blipFill>
        <p:spPr>
          <a:xfrm>
            <a:off x="4196629" y="0"/>
            <a:ext cx="6858000" cy="12502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52B8F2-F755-DB32-BC06-14A63F4DBC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865" r="65453" b="79906"/>
          <a:stretch/>
        </p:blipFill>
        <p:spPr>
          <a:xfrm>
            <a:off x="9823660" y="-1"/>
            <a:ext cx="2369207" cy="1250231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921A2E4-5DC2-2940-9554-3B0486BB45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0363" y="278573"/>
            <a:ext cx="7702059" cy="1327150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Gibson SemBd" pitchFamily="2" charset="77"/>
              </a:defRPr>
            </a:lvl1pPr>
          </a:lstStyle>
          <a:p>
            <a:r>
              <a:rPr lang="en-US"/>
              <a:t>Click to edit Master title style 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0423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Chart, Table, or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DB6D5F-646C-804D-B09C-2B17B2B04F8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4170362" cy="6858000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00D5B1CB-6F1B-B549-97D4-2A34826622E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36123" y="1722975"/>
            <a:ext cx="6972615" cy="3642775"/>
          </a:xfrm>
        </p:spPr>
        <p:txBody>
          <a:bodyPr anchor="ctr"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Use this placeholder for a chart, table, or graphic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525201-F8E9-0045-B8E2-E46BA1A786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70363" y="5556251"/>
            <a:ext cx="7704137" cy="832047"/>
          </a:xfrm>
        </p:spPr>
        <p:txBody>
          <a:bodyPr tIns="182880" bIns="182880" anchor="b">
            <a:noAutofit/>
          </a:bodyPr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a footnote or caption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46B0C9A-3D39-2D45-9A92-D8C5E3DB0927}"/>
              </a:ext>
            </a:extLst>
          </p:cNvPr>
          <p:cNvGrpSpPr/>
          <p:nvPr userDrawn="1"/>
        </p:nvGrpSpPr>
        <p:grpSpPr>
          <a:xfrm>
            <a:off x="12052117" y="-738374"/>
            <a:ext cx="2284369" cy="4924120"/>
            <a:chOff x="12087188" y="-753334"/>
            <a:chExt cx="2284369" cy="492412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4E800F2-B71A-C647-9549-B111D188930F}"/>
                </a:ext>
              </a:extLst>
            </p:cNvPr>
            <p:cNvGrpSpPr/>
            <p:nvPr userDrawn="1"/>
          </p:nvGrpSpPr>
          <p:grpSpPr>
            <a:xfrm>
              <a:off x="12087188" y="-254000"/>
              <a:ext cx="2042503" cy="4424786"/>
              <a:chOff x="12087188" y="-254000"/>
              <a:chExt cx="2042503" cy="4424786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03B5559-F46D-E947-8758-5B5DB14F3634}"/>
                  </a:ext>
                </a:extLst>
              </p:cNvPr>
              <p:cNvSpPr/>
              <p:nvPr userDrawn="1"/>
            </p:nvSpPr>
            <p:spPr>
              <a:xfrm>
                <a:off x="12254205" y="199076"/>
                <a:ext cx="1875486" cy="39717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225D902-F8E1-ED4E-8843-4747F06420AA}"/>
                  </a:ext>
                </a:extLst>
              </p:cNvPr>
              <p:cNvSpPr/>
              <p:nvPr userDrawn="1"/>
            </p:nvSpPr>
            <p:spPr>
              <a:xfrm>
                <a:off x="12254205" y="-254000"/>
                <a:ext cx="1875486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5" name="Right Triangle 34">
                <a:extLst>
                  <a:ext uri="{FF2B5EF4-FFF2-40B4-BE49-F238E27FC236}">
                    <a16:creationId xmlns:a16="http://schemas.microsoft.com/office/drawing/2014/main" id="{B80EB990-DAD3-424A-900F-24167146F5EB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74BFCFD-28B3-0B47-9EEE-DAF24646E9AC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914400" rtl="0" eaLnBrk="1" latinLnBrk="0" hangingPunct="1"/>
                <a:r>
                  <a:rPr lang="en-US" sz="1200" b="1" i="0" kern="120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 TIPS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DA73BF0-0720-B348-B109-1B191058AAFA}"/>
                  </a:ext>
                </a:extLst>
              </p:cNvPr>
              <p:cNvSpPr txBox="1"/>
              <p:nvPr userDrawn="1"/>
            </p:nvSpPr>
            <p:spPr>
              <a:xfrm>
                <a:off x="12335975" y="391562"/>
                <a:ext cx="1722523" cy="34113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PHOTOGRAPHY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add a photo, drag a photo onto the slide.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1" i="0" baseline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Alternatively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, you can also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the photo icon to browse your library.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change the photo,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you need to reset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the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placeholder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’s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functionality. Click the picture, then delete. Follow steps above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re-add. 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If the image covers your text, right click the image, and select “Arrange -&gt;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br>
                  <a:rPr lang="en-CA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Send to back”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photos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photo and select “Edit Alt Text” from the drop-down menu -&gt;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1C837F6-9E36-814C-997F-3E2F59E27578}"/>
                </a:ext>
              </a:extLst>
            </p:cNvPr>
            <p:cNvGrpSpPr/>
            <p:nvPr userDrawn="1"/>
          </p:nvGrpSpPr>
          <p:grpSpPr>
            <a:xfrm>
              <a:off x="12227071" y="-753334"/>
              <a:ext cx="2144486" cy="465012"/>
              <a:chOff x="12126587" y="-753334"/>
              <a:chExt cx="2144486" cy="465012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6791958-7344-7A47-B757-A3E470C94E4D}"/>
                  </a:ext>
                </a:extLst>
              </p:cNvPr>
              <p:cNvSpPr txBox="1"/>
              <p:nvPr userDrawn="1"/>
            </p:nvSpPr>
            <p:spPr>
              <a:xfrm>
                <a:off x="12126587" y="-749987"/>
                <a:ext cx="2144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remove slide tips,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View &gt; Slide Master.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After removing, click ‘X’ to exit.  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6E6154BE-D237-CB41-8E75-F7C6FF0A7CD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3723554" y="-753334"/>
                <a:ext cx="305653" cy="415688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</p:pic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8B71057-29ED-B35B-705D-30127583D71E}"/>
              </a:ext>
            </a:extLst>
          </p:cNvPr>
          <p:cNvSpPr/>
          <p:nvPr userDrawn="1"/>
        </p:nvSpPr>
        <p:spPr>
          <a:xfrm>
            <a:off x="47483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2623D6-B66C-0FF2-11A0-9805E9D62A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4023" y="6505551"/>
            <a:ext cx="268732" cy="22692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E5ACF5A-B765-9808-6534-E526D169A3F8}"/>
              </a:ext>
            </a:extLst>
          </p:cNvPr>
          <p:cNvSpPr/>
          <p:nvPr userDrawn="1"/>
        </p:nvSpPr>
        <p:spPr>
          <a:xfrm>
            <a:off x="4170362" y="-1"/>
            <a:ext cx="8021638" cy="1740363"/>
          </a:xfrm>
          <a:prstGeom prst="rect">
            <a:avLst/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17E0970-2341-7225-44DE-58AA96752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769" b="79997"/>
          <a:stretch/>
        </p:blipFill>
        <p:spPr>
          <a:xfrm>
            <a:off x="4196629" y="0"/>
            <a:ext cx="6858000" cy="125023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F55382C-0490-F8F9-E1D7-B8E68A4FB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865" r="65453" b="79906"/>
          <a:stretch/>
        </p:blipFill>
        <p:spPr>
          <a:xfrm>
            <a:off x="9823660" y="-1"/>
            <a:ext cx="2369207" cy="1250231"/>
          </a:xfrm>
          <a:prstGeom prst="rect">
            <a:avLst/>
          </a:prstGeom>
        </p:spPr>
      </p:pic>
      <p:sp>
        <p:nvSpPr>
          <p:cNvPr id="26" name="Title 7">
            <a:extLst>
              <a:ext uri="{FF2B5EF4-FFF2-40B4-BE49-F238E27FC236}">
                <a16:creationId xmlns:a16="http://schemas.microsoft.com/office/drawing/2014/main" id="{74124D12-192F-B310-256D-C9748069B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0363" y="278573"/>
            <a:ext cx="7702059" cy="1327150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Gibson SemBd" pitchFamily="2" charset="77"/>
              </a:defRPr>
            </a:lvl1pPr>
          </a:lstStyle>
          <a:p>
            <a:r>
              <a:rPr lang="en-US"/>
              <a:t>Click to edit Master title style 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1577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56">
          <p15:clr>
            <a:srgbClr val="FBAE40"/>
          </p15:clr>
        </p15:guide>
        <p15:guide id="2" pos="724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63AEFD29-F266-4C42-82AB-D66A9D4A4AE9}"/>
              </a:ext>
            </a:extLst>
          </p:cNvPr>
          <p:cNvSpPr/>
          <p:nvPr userDrawn="1"/>
        </p:nvSpPr>
        <p:spPr>
          <a:xfrm rot="10800000">
            <a:off x="0" y="0"/>
            <a:ext cx="12192000" cy="23368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42653D-0829-7446-B85B-F85207C62423}"/>
              </a:ext>
            </a:extLst>
          </p:cNvPr>
          <p:cNvSpPr/>
          <p:nvPr userDrawn="1"/>
        </p:nvSpPr>
        <p:spPr>
          <a:xfrm>
            <a:off x="603122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FA1380C-9567-A840-8692-03CA602D73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9741" y="1976355"/>
            <a:ext cx="731520" cy="73152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EF4D865-B256-1E4D-A547-13C09EFE28C7}"/>
              </a:ext>
            </a:extLst>
          </p:cNvPr>
          <p:cNvSpPr/>
          <p:nvPr userDrawn="1"/>
        </p:nvSpPr>
        <p:spPr>
          <a:xfrm>
            <a:off x="6397561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115B1D5-4E53-204E-8DDE-3A2CF30C40F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14180" y="1976355"/>
            <a:ext cx="731520" cy="73152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E51D9DE-3401-3A45-9292-D9F0ECF2D3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7499" y="3346451"/>
            <a:ext cx="5778501" cy="528126"/>
          </a:xfrm>
        </p:spPr>
        <p:txBody>
          <a:bodyPr lIns="365760" tIns="91440" rIns="365760" bIns="91440" anchor="t">
            <a:normAutofit/>
          </a:bodyPr>
          <a:lstStyle>
            <a:lvl1pPr algn="l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C7162995-17B8-6447-900C-B17E9B18BB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7499" y="3874577"/>
            <a:ext cx="5778501" cy="2502411"/>
          </a:xfrm>
        </p:spPr>
        <p:txBody>
          <a:bodyPr lIns="365760" tIns="91440" rIns="365760" bIns="91440" anchor="t">
            <a:normAutofit/>
          </a:bodyPr>
          <a:lstStyle>
            <a:lvl1pPr algn="l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20" name="Text Placeholder 36">
            <a:extLst>
              <a:ext uri="{FF2B5EF4-FFF2-40B4-BE49-F238E27FC236}">
                <a16:creationId xmlns:a16="http://schemas.microsoft.com/office/drawing/2014/main" id="{F344DD49-363E-344A-9372-50FDB388F5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7587" y="3346451"/>
            <a:ext cx="5778501" cy="528126"/>
          </a:xfrm>
        </p:spPr>
        <p:txBody>
          <a:bodyPr lIns="365760" tIns="91440" rIns="365760" bIns="91440" anchor="t">
            <a:normAutofit/>
          </a:bodyPr>
          <a:lstStyle>
            <a:lvl1pPr algn="l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21" name="Text Placeholder 36">
            <a:extLst>
              <a:ext uri="{FF2B5EF4-FFF2-40B4-BE49-F238E27FC236}">
                <a16:creationId xmlns:a16="http://schemas.microsoft.com/office/drawing/2014/main" id="{10ECD4C2-0577-B543-8060-2BAE4E61EA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7587" y="3874577"/>
            <a:ext cx="5778501" cy="2502411"/>
          </a:xfrm>
        </p:spPr>
        <p:txBody>
          <a:bodyPr lIns="365760" tIns="91440" rIns="365760" bIns="91440" anchor="t">
            <a:normAutofit/>
          </a:bodyPr>
          <a:lstStyle>
            <a:lvl1pPr algn="l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33FAC8-F337-1244-8933-D26E035BC4F0}"/>
              </a:ext>
            </a:extLst>
          </p:cNvPr>
          <p:cNvGrpSpPr/>
          <p:nvPr userDrawn="1"/>
        </p:nvGrpSpPr>
        <p:grpSpPr>
          <a:xfrm>
            <a:off x="12059005" y="-738374"/>
            <a:ext cx="2277481" cy="4084825"/>
            <a:chOff x="12059005" y="-738374"/>
            <a:chExt cx="2277481" cy="408482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B62E4E7-582C-654B-B147-BE777A96A399}"/>
                </a:ext>
              </a:extLst>
            </p:cNvPr>
            <p:cNvGrpSpPr/>
            <p:nvPr userDrawn="1"/>
          </p:nvGrpSpPr>
          <p:grpSpPr>
            <a:xfrm>
              <a:off x="12059005" y="-246923"/>
              <a:ext cx="2167267" cy="3593374"/>
              <a:chOff x="12087188" y="-254000"/>
              <a:chExt cx="2167267" cy="3593374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67E8A84-214C-E246-8B4C-99201421DC08}"/>
                  </a:ext>
                </a:extLst>
              </p:cNvPr>
              <p:cNvSpPr/>
              <p:nvPr userDrawn="1"/>
            </p:nvSpPr>
            <p:spPr>
              <a:xfrm>
                <a:off x="12254204" y="199077"/>
                <a:ext cx="2000251" cy="31402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41611BF-E122-9043-AACF-6346D5516648}"/>
                  </a:ext>
                </a:extLst>
              </p:cNvPr>
              <p:cNvSpPr/>
              <p:nvPr userDrawn="1"/>
            </p:nvSpPr>
            <p:spPr>
              <a:xfrm>
                <a:off x="12254204" y="-254000"/>
                <a:ext cx="2000251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27" name="Right Triangle 26">
                <a:extLst>
                  <a:ext uri="{FF2B5EF4-FFF2-40B4-BE49-F238E27FC236}">
                    <a16:creationId xmlns:a16="http://schemas.microsoft.com/office/drawing/2014/main" id="{A99852A6-3A4F-FD4B-9E15-4A67AF6448EB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7762779-D3A4-5D41-AF1C-FE41BDE763F2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</a:t>
                </a:r>
                <a:r>
                  <a:rPr lang="en-US" sz="1200" b="1" i="0" spc="100" baseline="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 TIPS</a:t>
                </a:r>
                <a:endParaRPr lang="en-US" sz="1200" b="1" i="0" spc="100">
                  <a:solidFill>
                    <a:schemeClr val="bg1"/>
                  </a:solidFill>
                  <a:latin typeface="Bogle" panose="020B0503020203060203" pitchFamily="34" charset="77"/>
                  <a:ea typeface="Post Grotesk Medium" panose="02000000000000000000" pitchFamily="2" charset="77"/>
                  <a:cs typeface="Roboto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2653D32-E5E2-4848-ABC0-C41CFB9A371C}"/>
                  </a:ext>
                </a:extLst>
              </p:cNvPr>
              <p:cNvSpPr txBox="1"/>
              <p:nvPr userDrawn="1"/>
            </p:nvSpPr>
            <p:spPr>
              <a:xfrm>
                <a:off x="12335975" y="391563"/>
                <a:ext cx="1797275" cy="19381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PASTING AN ICON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 are added in the Asset section. Copy and paste from that slide directly into the photo placeholder here.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Be sure to click into the placeholder first, before pasting the icon.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change the color of the icon, go to Shape Format -&gt; Shape Fill</a:t>
                </a: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</a:t>
                </a:r>
                <a:r>
                  <a:rPr lang="en-US" altLang="zh-TW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and select “Edit Alt Text” from the drop-down menu -&gt; 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endParaRPr lang="en-US" sz="900" b="1">
                  <a:solidFill>
                    <a:schemeClr val="tx1">
                      <a:lumMod val="75000"/>
                    </a:schemeClr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9E3B0C3-24AC-D649-960B-E03E255E50D1}"/>
                </a:ext>
              </a:extLst>
            </p:cNvPr>
            <p:cNvSpPr txBox="1"/>
            <p:nvPr userDrawn="1"/>
          </p:nvSpPr>
          <p:spPr>
            <a:xfrm>
              <a:off x="12192000" y="-735027"/>
              <a:ext cx="2144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Aft>
                  <a:spcPts val="200"/>
                </a:spcAft>
              </a:pP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To remove slide tips,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click View &gt; Slide Master.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After removing, click ‘X’ to exit.  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A2C95E9E-0156-C144-8E7D-032F87C657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788967" y="-738374"/>
              <a:ext cx="305653" cy="415688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9406DCF-A1E6-15D8-7537-7B03AA3279BB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C25B02-E69C-7366-A147-02BB0BE696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63F10F-D494-1679-A74B-A871198A84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6235" b="60785"/>
          <a:stretch/>
        </p:blipFill>
        <p:spPr>
          <a:xfrm>
            <a:off x="0" y="-1"/>
            <a:ext cx="6858000" cy="8901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C3A27-287F-EEF4-33F0-16BBFC29C5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6235" r="276" b="60785"/>
          <a:stretch/>
        </p:blipFill>
        <p:spPr>
          <a:xfrm>
            <a:off x="5347504" y="-1"/>
            <a:ext cx="6839083" cy="890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9C257B-EF0C-E949-9C7D-6E10723FB444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17499" y="314325"/>
            <a:ext cx="11557001" cy="101123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39763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63AEFD29-F266-4C42-82AB-D66A9D4A4AE9}"/>
              </a:ext>
            </a:extLst>
          </p:cNvPr>
          <p:cNvSpPr/>
          <p:nvPr userDrawn="1"/>
        </p:nvSpPr>
        <p:spPr>
          <a:xfrm rot="10800000">
            <a:off x="0" y="0"/>
            <a:ext cx="12192000" cy="23368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42653D-0829-7446-B85B-F85207C62423}"/>
              </a:ext>
            </a:extLst>
          </p:cNvPr>
          <p:cNvSpPr/>
          <p:nvPr userDrawn="1"/>
        </p:nvSpPr>
        <p:spPr>
          <a:xfrm>
            <a:off x="1567527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FA1380C-9567-A840-8692-03CA602D73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84146" y="1976355"/>
            <a:ext cx="731520" cy="73152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EF4D865-B256-1E4D-A547-13C09EFE28C7}"/>
              </a:ext>
            </a:extLst>
          </p:cNvPr>
          <p:cNvSpPr/>
          <p:nvPr userDrawn="1"/>
        </p:nvSpPr>
        <p:spPr>
          <a:xfrm>
            <a:off x="5419201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115B1D5-4E53-204E-8DDE-3A2CF30C40F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35820" y="1976355"/>
            <a:ext cx="731520" cy="73152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C37BDCA-89BD-B94F-84DC-6D2E27211B41}"/>
              </a:ext>
            </a:extLst>
          </p:cNvPr>
          <p:cNvSpPr/>
          <p:nvPr userDrawn="1"/>
        </p:nvSpPr>
        <p:spPr>
          <a:xfrm>
            <a:off x="9271668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5753699-3484-5C48-AAA7-E179032B35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588287" y="1976355"/>
            <a:ext cx="731520" cy="73152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E51D9DE-3401-3A45-9292-D9F0ECF2D3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7499" y="3346451"/>
            <a:ext cx="3852863" cy="890270"/>
          </a:xfrm>
        </p:spPr>
        <p:txBody>
          <a:bodyPr lIns="365760" tIns="91440" rIns="365760" bIns="91440" anchor="t">
            <a:norm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C7162995-17B8-6447-900C-B17E9B18BB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7499" y="4236720"/>
            <a:ext cx="3852863" cy="2140269"/>
          </a:xfrm>
        </p:spPr>
        <p:txBody>
          <a:bodyPr lIns="365760" tIns="91440" rIns="36576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1616A192-D8AD-FC4A-98C8-6D13F8936F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69173" y="3346451"/>
            <a:ext cx="3852863" cy="890270"/>
          </a:xfrm>
        </p:spPr>
        <p:txBody>
          <a:bodyPr lIns="365760" tIns="91440" rIns="365760" bIns="91440" anchor="t">
            <a:norm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AA8DA879-CDB0-1C44-9ABA-2F918718D3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69173" y="4236720"/>
            <a:ext cx="3852863" cy="2140269"/>
          </a:xfrm>
        </p:spPr>
        <p:txBody>
          <a:bodyPr lIns="365760" tIns="91440" rIns="36576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FCF13F80-7487-3D49-8640-218606732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21640" y="3346451"/>
            <a:ext cx="3852863" cy="890270"/>
          </a:xfrm>
        </p:spPr>
        <p:txBody>
          <a:bodyPr lIns="365760" tIns="91440" rIns="365760" bIns="91440" anchor="t">
            <a:norm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1F51EAE1-C4B1-E54A-B25E-3740D9C6AB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1640" y="4236720"/>
            <a:ext cx="3852863" cy="2140269"/>
          </a:xfrm>
        </p:spPr>
        <p:txBody>
          <a:bodyPr lIns="365760" tIns="91440" rIns="36576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4B75E78-40DC-DB4F-8943-E4A81DFAC436}"/>
              </a:ext>
            </a:extLst>
          </p:cNvPr>
          <p:cNvGrpSpPr/>
          <p:nvPr userDrawn="1"/>
        </p:nvGrpSpPr>
        <p:grpSpPr>
          <a:xfrm>
            <a:off x="12059005" y="-738374"/>
            <a:ext cx="2277481" cy="4084825"/>
            <a:chOff x="12059005" y="-738374"/>
            <a:chExt cx="2277481" cy="408482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AA0294D-C147-2A4B-AF0B-3752840EBC3B}"/>
                </a:ext>
              </a:extLst>
            </p:cNvPr>
            <p:cNvGrpSpPr/>
            <p:nvPr userDrawn="1"/>
          </p:nvGrpSpPr>
          <p:grpSpPr>
            <a:xfrm>
              <a:off x="12059005" y="-246923"/>
              <a:ext cx="2167267" cy="3593374"/>
              <a:chOff x="12087188" y="-254000"/>
              <a:chExt cx="2167267" cy="3593374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8367BA9-8123-5249-8D7A-6F9D2EC4A33D}"/>
                  </a:ext>
                </a:extLst>
              </p:cNvPr>
              <p:cNvSpPr/>
              <p:nvPr userDrawn="1"/>
            </p:nvSpPr>
            <p:spPr>
              <a:xfrm>
                <a:off x="12254204" y="199077"/>
                <a:ext cx="2000251" cy="31402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9DFB693-1F3F-9B45-83A9-1D7C17E9FD19}"/>
                  </a:ext>
                </a:extLst>
              </p:cNvPr>
              <p:cNvSpPr/>
              <p:nvPr userDrawn="1"/>
            </p:nvSpPr>
            <p:spPr>
              <a:xfrm>
                <a:off x="12254204" y="-254000"/>
                <a:ext cx="2000251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F6A1B4FB-9410-9343-8D4A-8857DF4E71CF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013D11-0F63-DF41-82B3-A6F5BFD61B16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</a:t>
                </a:r>
                <a:r>
                  <a:rPr lang="en-US" sz="1200" b="1" i="0" spc="100" baseline="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 TIPS</a:t>
                </a:r>
                <a:endParaRPr lang="en-US" sz="1200" b="1" i="0" spc="100">
                  <a:solidFill>
                    <a:schemeClr val="bg1"/>
                  </a:solidFill>
                  <a:latin typeface="Bogle" panose="020B0503020203060203" pitchFamily="34" charset="77"/>
                  <a:ea typeface="Post Grotesk Medium" panose="02000000000000000000" pitchFamily="2" charset="77"/>
                  <a:cs typeface="Roboto" charset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5CFE496-AE4F-BD4B-8638-0D9C357D8982}"/>
                  </a:ext>
                </a:extLst>
              </p:cNvPr>
              <p:cNvSpPr txBox="1"/>
              <p:nvPr userDrawn="1"/>
            </p:nvSpPr>
            <p:spPr>
              <a:xfrm>
                <a:off x="12335975" y="391563"/>
                <a:ext cx="1797275" cy="19381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PASTING AN ICON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 are added in the Asset section. Copy and paste from that slide directly into the photo placeholder here.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Be sure to click into the placeholder first, before pasting the icon.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change the color of the icon, go to Shape Format -&gt; Shape Fill</a:t>
                </a: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</a:t>
                </a:r>
                <a:r>
                  <a:rPr lang="en-US" altLang="zh-TW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and select “Edit Alt Text” from the drop-down menu -&gt; 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endParaRPr lang="en-US" sz="900" b="1">
                  <a:solidFill>
                    <a:schemeClr val="tx1">
                      <a:lumMod val="75000"/>
                    </a:schemeClr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C5DD8E0-F3B0-8646-95B3-BE53B0A99D9D}"/>
                </a:ext>
              </a:extLst>
            </p:cNvPr>
            <p:cNvSpPr txBox="1"/>
            <p:nvPr userDrawn="1"/>
          </p:nvSpPr>
          <p:spPr>
            <a:xfrm>
              <a:off x="12192000" y="-735027"/>
              <a:ext cx="2144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Aft>
                  <a:spcPts val="200"/>
                </a:spcAft>
              </a:pP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To remove slide tips,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click View &gt; Slide Master.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After removing, click ‘X’ to exit.  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8322A59-EEFE-F942-8852-FA0EB06EAC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788967" y="-738374"/>
              <a:ext cx="305653" cy="415688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DE9D8EA-3941-338C-D2FF-3FFCE67668A9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C56A2F-6B0A-EDDA-F072-26D22F2B63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C614C6-4AE2-252F-9B02-8A78A4834F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6235" b="60785"/>
          <a:stretch/>
        </p:blipFill>
        <p:spPr>
          <a:xfrm>
            <a:off x="0" y="-1"/>
            <a:ext cx="6858000" cy="8901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77E043-6D6C-F932-DFE1-34B5007981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6235" r="276" b="60785"/>
          <a:stretch/>
        </p:blipFill>
        <p:spPr>
          <a:xfrm>
            <a:off x="5347504" y="-1"/>
            <a:ext cx="6839083" cy="890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9C257B-EF0C-E949-9C7D-6E10723F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314325"/>
            <a:ext cx="11557001" cy="101123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10070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63AEFD29-F266-4C42-82AB-D66A9D4A4AE9}"/>
              </a:ext>
            </a:extLst>
          </p:cNvPr>
          <p:cNvSpPr/>
          <p:nvPr userDrawn="1"/>
        </p:nvSpPr>
        <p:spPr>
          <a:xfrm rot="10800000">
            <a:off x="0" y="0"/>
            <a:ext cx="12192000" cy="23368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42653D-0829-7446-B85B-F85207C62423}"/>
              </a:ext>
            </a:extLst>
          </p:cNvPr>
          <p:cNvSpPr/>
          <p:nvPr userDrawn="1"/>
        </p:nvSpPr>
        <p:spPr>
          <a:xfrm>
            <a:off x="805408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FA1380C-9567-A840-8692-03CA602D73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15833" y="1970162"/>
            <a:ext cx="731956" cy="731836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EF4D865-B256-1E4D-A547-13C09EFE28C7}"/>
              </a:ext>
            </a:extLst>
          </p:cNvPr>
          <p:cNvSpPr/>
          <p:nvPr userDrawn="1"/>
        </p:nvSpPr>
        <p:spPr>
          <a:xfrm>
            <a:off x="3115145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115B1D5-4E53-204E-8DDE-3A2CF30C40F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5570" y="1970162"/>
            <a:ext cx="731956" cy="731836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C37BDCA-89BD-B94F-84DC-6D2E27211B41}"/>
              </a:ext>
            </a:extLst>
          </p:cNvPr>
          <p:cNvSpPr/>
          <p:nvPr userDrawn="1"/>
        </p:nvSpPr>
        <p:spPr>
          <a:xfrm>
            <a:off x="5418558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5753699-3484-5C48-AAA7-E179032B35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28983" y="1970162"/>
            <a:ext cx="731956" cy="731836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734C9C-CA98-0441-A26B-290F53FF7461}"/>
              </a:ext>
            </a:extLst>
          </p:cNvPr>
          <p:cNvSpPr/>
          <p:nvPr userDrawn="1"/>
        </p:nvSpPr>
        <p:spPr>
          <a:xfrm>
            <a:off x="7734619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03A5356-1329-4647-B7CA-7C9591E38A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45044" y="1970162"/>
            <a:ext cx="731956" cy="731836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E51D9DE-3401-3A45-9292-D9F0ECF2D3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50" y="3347119"/>
            <a:ext cx="2303322" cy="782058"/>
          </a:xfrm>
        </p:spPr>
        <p:txBody>
          <a:bodyPr tIns="91440" bIns="91440" anchor="t">
            <a:noAutofit/>
          </a:bodyPr>
          <a:lstStyle>
            <a:lvl1pPr algn="ctr"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C7162995-17B8-6447-900C-B17E9B18BB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0150" y="4129177"/>
            <a:ext cx="2303322" cy="2247811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1616A192-D8AD-FC4A-98C8-6D13F8936F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9887" y="3347119"/>
            <a:ext cx="2303322" cy="782058"/>
          </a:xfrm>
        </p:spPr>
        <p:txBody>
          <a:bodyPr tIns="91440" bIns="91440" anchor="t">
            <a:noAutofit/>
          </a:bodyPr>
          <a:lstStyle>
            <a:lvl1pPr algn="ctr"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AA8DA879-CDB0-1C44-9ABA-2F918718D3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39887" y="4129177"/>
            <a:ext cx="2303322" cy="2247811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FCF13F80-7487-3D49-8640-218606732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49624" y="3347119"/>
            <a:ext cx="2303322" cy="782058"/>
          </a:xfrm>
        </p:spPr>
        <p:txBody>
          <a:bodyPr tIns="91440" bIns="91440" anchor="t">
            <a:noAutofit/>
          </a:bodyPr>
          <a:lstStyle>
            <a:lvl1pPr algn="ctr"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1F51EAE1-C4B1-E54A-B25E-3740D9C6AB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49624" y="4129177"/>
            <a:ext cx="2303322" cy="2247811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43" name="Text Placeholder 36">
            <a:extLst>
              <a:ext uri="{FF2B5EF4-FFF2-40B4-BE49-F238E27FC236}">
                <a16:creationId xmlns:a16="http://schemas.microsoft.com/office/drawing/2014/main" id="{BBC86D97-9EC9-7545-89B6-801FAAF005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59361" y="3347119"/>
            <a:ext cx="2303322" cy="782058"/>
          </a:xfrm>
        </p:spPr>
        <p:txBody>
          <a:bodyPr tIns="91440" bIns="91440" anchor="t">
            <a:noAutofit/>
          </a:bodyPr>
          <a:lstStyle>
            <a:lvl1pPr algn="ctr"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3501DC1C-1684-A142-B677-B6B9E683B9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59361" y="4129177"/>
            <a:ext cx="2303322" cy="2247811"/>
          </a:xfrm>
        </p:spPr>
        <p:txBody>
          <a:bodyPr tIns="91440" bIns="9144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24" name="Text Placeholder 36">
            <a:extLst>
              <a:ext uri="{FF2B5EF4-FFF2-40B4-BE49-F238E27FC236}">
                <a16:creationId xmlns:a16="http://schemas.microsoft.com/office/drawing/2014/main" id="{84AF440F-362D-7F4E-A24B-A0247DE2F3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9099" y="3347119"/>
            <a:ext cx="2303322" cy="782058"/>
          </a:xfrm>
        </p:spPr>
        <p:txBody>
          <a:bodyPr tIns="91440" bIns="91440" anchor="t">
            <a:noAutofit/>
          </a:bodyPr>
          <a:lstStyle>
            <a:lvl1pPr algn="ctr"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25" name="Text Placeholder 36">
            <a:extLst>
              <a:ext uri="{FF2B5EF4-FFF2-40B4-BE49-F238E27FC236}">
                <a16:creationId xmlns:a16="http://schemas.microsoft.com/office/drawing/2014/main" id="{01E8E223-3469-5F41-8C2A-86C9BD9ADE3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69099" y="4129177"/>
            <a:ext cx="2303322" cy="2247811"/>
          </a:xfrm>
        </p:spPr>
        <p:txBody>
          <a:bodyPr tIns="91440" bIns="9144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383180-0FC0-EB4A-929A-4F00A4551B0B}"/>
              </a:ext>
            </a:extLst>
          </p:cNvPr>
          <p:cNvSpPr/>
          <p:nvPr userDrawn="1"/>
        </p:nvSpPr>
        <p:spPr>
          <a:xfrm>
            <a:off x="10044357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icture Placeholder 26">
            <a:extLst>
              <a:ext uri="{FF2B5EF4-FFF2-40B4-BE49-F238E27FC236}">
                <a16:creationId xmlns:a16="http://schemas.microsoft.com/office/drawing/2014/main" id="{14CF2EE2-06E3-BF4A-ABF9-7786FDC8458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354782" y="1970162"/>
            <a:ext cx="731956" cy="731836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93E8280-4F7E-8A46-B856-D0DA40C88EA7}"/>
              </a:ext>
            </a:extLst>
          </p:cNvPr>
          <p:cNvGrpSpPr/>
          <p:nvPr userDrawn="1"/>
        </p:nvGrpSpPr>
        <p:grpSpPr>
          <a:xfrm>
            <a:off x="12059005" y="-738374"/>
            <a:ext cx="2277481" cy="4084825"/>
            <a:chOff x="12059005" y="-738374"/>
            <a:chExt cx="2277481" cy="408482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4FC5BED-C10B-9443-A596-ACA27C6D1292}"/>
                </a:ext>
              </a:extLst>
            </p:cNvPr>
            <p:cNvGrpSpPr/>
            <p:nvPr userDrawn="1"/>
          </p:nvGrpSpPr>
          <p:grpSpPr>
            <a:xfrm>
              <a:off x="12059005" y="-246923"/>
              <a:ext cx="2167267" cy="3593374"/>
              <a:chOff x="12087188" y="-254000"/>
              <a:chExt cx="2167267" cy="3593374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ACCA14B-6FBE-C94D-A9E0-00D1EAE43D77}"/>
                  </a:ext>
                </a:extLst>
              </p:cNvPr>
              <p:cNvSpPr/>
              <p:nvPr userDrawn="1"/>
            </p:nvSpPr>
            <p:spPr>
              <a:xfrm>
                <a:off x="12254204" y="199077"/>
                <a:ext cx="2000251" cy="31402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A5F386C-B001-6B4E-A4ED-35631169EF96}"/>
                  </a:ext>
                </a:extLst>
              </p:cNvPr>
              <p:cNvSpPr/>
              <p:nvPr userDrawn="1"/>
            </p:nvSpPr>
            <p:spPr>
              <a:xfrm>
                <a:off x="12254204" y="-254000"/>
                <a:ext cx="2000251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55" name="Right Triangle 54">
                <a:extLst>
                  <a:ext uri="{FF2B5EF4-FFF2-40B4-BE49-F238E27FC236}">
                    <a16:creationId xmlns:a16="http://schemas.microsoft.com/office/drawing/2014/main" id="{47762683-1FD6-7D4C-9C0C-2DB90DB7D435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F000FD2-1AC0-3B40-81A4-AE35882F8E2D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</a:t>
                </a:r>
                <a:r>
                  <a:rPr lang="en-US" sz="1200" b="1" i="0" spc="100" baseline="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 TIPS</a:t>
                </a:r>
                <a:endParaRPr lang="en-US" sz="1200" b="1" i="0" spc="100">
                  <a:solidFill>
                    <a:schemeClr val="bg1"/>
                  </a:solidFill>
                  <a:latin typeface="Bogle" panose="020B0503020203060203" pitchFamily="34" charset="77"/>
                  <a:ea typeface="Post Grotesk Medium" panose="02000000000000000000" pitchFamily="2" charset="77"/>
                  <a:cs typeface="Roboto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701F125-7DA4-9C4E-AAAA-D4210D9E5782}"/>
                  </a:ext>
                </a:extLst>
              </p:cNvPr>
              <p:cNvSpPr txBox="1"/>
              <p:nvPr userDrawn="1"/>
            </p:nvSpPr>
            <p:spPr>
              <a:xfrm>
                <a:off x="12335975" y="391563"/>
                <a:ext cx="1797275" cy="19381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PASTING AN ICON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 are added in the Asset section. Copy and paste from that slide directly into the photo placeholder here.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Be sure to click into the placeholder first, before pasting the icon.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change the color of the icon, go to Shape Format -&gt; Shape Fill</a:t>
                </a: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</a:t>
                </a:r>
                <a:r>
                  <a:rPr lang="en-US" altLang="zh-TW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and select “Edit Alt Text” from the drop-down menu -&gt; 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endParaRPr lang="en-US" sz="900" b="1">
                  <a:solidFill>
                    <a:schemeClr val="tx1">
                      <a:lumMod val="75000"/>
                    </a:schemeClr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F6AF66D-66D9-894A-9CCD-32379CBB511C}"/>
                </a:ext>
              </a:extLst>
            </p:cNvPr>
            <p:cNvSpPr txBox="1"/>
            <p:nvPr userDrawn="1"/>
          </p:nvSpPr>
          <p:spPr>
            <a:xfrm>
              <a:off x="12192000" y="-735027"/>
              <a:ext cx="2144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Aft>
                  <a:spcPts val="200"/>
                </a:spcAft>
              </a:pP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To remove slide tips,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click View &gt; Slide Master.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After removing, click ‘X’ to exit.  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2754FBBF-E2F9-944D-8872-BACFD28DEF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788967" y="-738374"/>
              <a:ext cx="305653" cy="415688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4B953D0-7281-D2FA-45EA-42242298FD82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0EDFC4-3257-5A61-EEA8-29B8E5CC85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2FB9D9-E05F-AF9B-189F-68D4C04C66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6235" b="60785"/>
          <a:stretch/>
        </p:blipFill>
        <p:spPr>
          <a:xfrm>
            <a:off x="0" y="-1"/>
            <a:ext cx="6858000" cy="8901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20DA26-70FC-FAA4-2C63-EB00739F5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6235" r="276" b="60785"/>
          <a:stretch/>
        </p:blipFill>
        <p:spPr>
          <a:xfrm>
            <a:off x="5347504" y="-1"/>
            <a:ext cx="6839083" cy="890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9C257B-EF0C-E949-9C7D-6E10723F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14325"/>
            <a:ext cx="11554921" cy="101124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4877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ey Points (Number Li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63AEFD29-F266-4C42-82AB-D66A9D4A4AE9}"/>
              </a:ext>
            </a:extLst>
          </p:cNvPr>
          <p:cNvSpPr/>
          <p:nvPr userDrawn="1"/>
        </p:nvSpPr>
        <p:spPr>
          <a:xfrm rot="10800000">
            <a:off x="0" y="0"/>
            <a:ext cx="12192000" cy="23368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42653D-0829-7446-B85B-F85207C62423}"/>
              </a:ext>
            </a:extLst>
          </p:cNvPr>
          <p:cNvSpPr/>
          <p:nvPr userDrawn="1"/>
        </p:nvSpPr>
        <p:spPr>
          <a:xfrm>
            <a:off x="603122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EF4D865-B256-1E4D-A547-13C09EFE28C7}"/>
              </a:ext>
            </a:extLst>
          </p:cNvPr>
          <p:cNvSpPr/>
          <p:nvPr userDrawn="1"/>
        </p:nvSpPr>
        <p:spPr>
          <a:xfrm>
            <a:off x="6397561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E51D9DE-3401-3A45-9292-D9F0ECF2D3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7499" y="3346451"/>
            <a:ext cx="5778501" cy="528126"/>
          </a:xfrm>
        </p:spPr>
        <p:txBody>
          <a:bodyPr lIns="365760" tIns="91440" rIns="365760" bIns="91440" anchor="t">
            <a:normAutofit/>
          </a:bodyPr>
          <a:lstStyle>
            <a:lvl1pPr algn="l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C7162995-17B8-6447-900C-B17E9B18BB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7499" y="3874577"/>
            <a:ext cx="5778501" cy="2502411"/>
          </a:xfrm>
        </p:spPr>
        <p:txBody>
          <a:bodyPr lIns="365760" tIns="91440" rIns="365760" bIns="91440" anchor="t">
            <a:normAutofit/>
          </a:bodyPr>
          <a:lstStyle>
            <a:lvl1pPr algn="l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20" name="Text Placeholder 36">
            <a:extLst>
              <a:ext uri="{FF2B5EF4-FFF2-40B4-BE49-F238E27FC236}">
                <a16:creationId xmlns:a16="http://schemas.microsoft.com/office/drawing/2014/main" id="{F344DD49-363E-344A-9372-50FDB388F5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7587" y="3346451"/>
            <a:ext cx="5778501" cy="528126"/>
          </a:xfrm>
        </p:spPr>
        <p:txBody>
          <a:bodyPr lIns="365760" tIns="91440" rIns="365760" bIns="91440" anchor="t">
            <a:normAutofit/>
          </a:bodyPr>
          <a:lstStyle>
            <a:lvl1pPr algn="l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21" name="Text Placeholder 36">
            <a:extLst>
              <a:ext uri="{FF2B5EF4-FFF2-40B4-BE49-F238E27FC236}">
                <a16:creationId xmlns:a16="http://schemas.microsoft.com/office/drawing/2014/main" id="{10ECD4C2-0577-B543-8060-2BAE4E61EA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7587" y="3874577"/>
            <a:ext cx="5778501" cy="2502411"/>
          </a:xfrm>
        </p:spPr>
        <p:txBody>
          <a:bodyPr lIns="365760" tIns="91440" rIns="365760" bIns="91440" anchor="t">
            <a:normAutofit/>
          </a:bodyPr>
          <a:lstStyle>
            <a:lvl1pPr algn="l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32D22-9BC6-B04E-87CF-D3A2A716E086}"/>
              </a:ext>
            </a:extLst>
          </p:cNvPr>
          <p:cNvSpPr txBox="1"/>
          <p:nvPr userDrawn="1"/>
        </p:nvSpPr>
        <p:spPr>
          <a:xfrm>
            <a:off x="855851" y="1920178"/>
            <a:ext cx="847348" cy="832330"/>
          </a:xfrm>
          <a:prstGeom prst="rect">
            <a:avLst/>
          </a:prstGeom>
          <a:noFill/>
        </p:spPr>
        <p:txBody>
          <a:bodyPr wrap="square" tIns="108000" rtlCol="0" anchor="ctr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27A917-A4F8-E243-91A0-AA399E420B65}"/>
              </a:ext>
            </a:extLst>
          </p:cNvPr>
          <p:cNvSpPr txBox="1"/>
          <p:nvPr userDrawn="1"/>
        </p:nvSpPr>
        <p:spPr>
          <a:xfrm>
            <a:off x="6650290" y="1910316"/>
            <a:ext cx="847348" cy="832330"/>
          </a:xfrm>
          <a:prstGeom prst="rect">
            <a:avLst/>
          </a:prstGeom>
          <a:noFill/>
        </p:spPr>
        <p:txBody>
          <a:bodyPr wrap="square" tIns="108000" rtlCol="0" anchor="b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608F30-0C11-51CF-DDF2-1350CACB5907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8BE996-5930-9C12-45B9-29D66FEDCC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27E517-47C1-59C5-5EC9-9386E34460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26235" b="60785"/>
          <a:stretch/>
        </p:blipFill>
        <p:spPr>
          <a:xfrm>
            <a:off x="0" y="-1"/>
            <a:ext cx="6858000" cy="8901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3C10B1-BE26-52C3-75A9-5D6C5C2AE0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26235" r="276" b="60785"/>
          <a:stretch/>
        </p:blipFill>
        <p:spPr>
          <a:xfrm>
            <a:off x="5347504" y="-1"/>
            <a:ext cx="6839083" cy="890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9C257B-EF0C-E949-9C7D-6E10723F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314325"/>
            <a:ext cx="11557001" cy="101123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00717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(Number Li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63AEFD29-F266-4C42-82AB-D66A9D4A4AE9}"/>
              </a:ext>
            </a:extLst>
          </p:cNvPr>
          <p:cNvSpPr/>
          <p:nvPr userDrawn="1"/>
        </p:nvSpPr>
        <p:spPr>
          <a:xfrm rot="10800000">
            <a:off x="0" y="0"/>
            <a:ext cx="12192000" cy="23368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9172" y="6388298"/>
            <a:ext cx="674330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42653D-0829-7446-B85B-F85207C62423}"/>
              </a:ext>
            </a:extLst>
          </p:cNvPr>
          <p:cNvSpPr/>
          <p:nvPr userDrawn="1"/>
        </p:nvSpPr>
        <p:spPr>
          <a:xfrm>
            <a:off x="1567527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EF4D865-B256-1E4D-A547-13C09EFE28C7}"/>
              </a:ext>
            </a:extLst>
          </p:cNvPr>
          <p:cNvSpPr/>
          <p:nvPr userDrawn="1"/>
        </p:nvSpPr>
        <p:spPr>
          <a:xfrm>
            <a:off x="5419201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C37BDCA-89BD-B94F-84DC-6D2E27211B41}"/>
              </a:ext>
            </a:extLst>
          </p:cNvPr>
          <p:cNvSpPr/>
          <p:nvPr userDrawn="1"/>
        </p:nvSpPr>
        <p:spPr>
          <a:xfrm>
            <a:off x="9271668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E51D9DE-3401-3A45-9292-D9F0ECF2D3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7499" y="3346451"/>
            <a:ext cx="3852863" cy="890270"/>
          </a:xfrm>
        </p:spPr>
        <p:txBody>
          <a:bodyPr lIns="365760" tIns="91440" rIns="365760" bIns="91440" anchor="t">
            <a:norm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C7162995-17B8-6447-900C-B17E9B18BB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7499" y="4236720"/>
            <a:ext cx="3852863" cy="2140269"/>
          </a:xfrm>
        </p:spPr>
        <p:txBody>
          <a:bodyPr lIns="365760" tIns="91440" rIns="36576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1616A192-D8AD-FC4A-98C8-6D13F8936F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69173" y="3346451"/>
            <a:ext cx="3852863" cy="890270"/>
          </a:xfrm>
        </p:spPr>
        <p:txBody>
          <a:bodyPr lIns="365760" tIns="91440" rIns="365760" bIns="91440" anchor="t">
            <a:norm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AA8DA879-CDB0-1C44-9ABA-2F918718D3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69173" y="4236720"/>
            <a:ext cx="3852863" cy="2140269"/>
          </a:xfrm>
        </p:spPr>
        <p:txBody>
          <a:bodyPr lIns="365760" tIns="91440" rIns="36576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FCF13F80-7487-3D49-8640-218606732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21640" y="3346451"/>
            <a:ext cx="3852863" cy="890270"/>
          </a:xfrm>
        </p:spPr>
        <p:txBody>
          <a:bodyPr lIns="365760" tIns="91440" rIns="365760" bIns="91440" anchor="t">
            <a:norm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1F51EAE1-C4B1-E54A-B25E-3740D9C6AB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1640" y="4236720"/>
            <a:ext cx="3852863" cy="2140269"/>
          </a:xfrm>
        </p:spPr>
        <p:txBody>
          <a:bodyPr lIns="365760" tIns="91440" rIns="36576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42D999-E430-044C-ADAC-F8BC4594B05F}"/>
              </a:ext>
            </a:extLst>
          </p:cNvPr>
          <p:cNvSpPr txBox="1"/>
          <p:nvPr userDrawn="1"/>
        </p:nvSpPr>
        <p:spPr>
          <a:xfrm>
            <a:off x="1820256" y="1920178"/>
            <a:ext cx="847348" cy="832330"/>
          </a:xfrm>
          <a:prstGeom prst="rect">
            <a:avLst/>
          </a:prstGeom>
          <a:noFill/>
        </p:spPr>
        <p:txBody>
          <a:bodyPr wrap="square" tIns="108000" rtlCol="0" anchor="ctr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  <a:ea typeface="+mn-ea"/>
                <a:cs typeface="+mn-cs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3F1E2B-06A8-5E4D-A68D-F0748B3440D6}"/>
              </a:ext>
            </a:extLst>
          </p:cNvPr>
          <p:cNvSpPr txBox="1"/>
          <p:nvPr userDrawn="1"/>
        </p:nvSpPr>
        <p:spPr>
          <a:xfrm>
            <a:off x="5671930" y="1879836"/>
            <a:ext cx="847348" cy="832330"/>
          </a:xfrm>
          <a:prstGeom prst="rect">
            <a:avLst/>
          </a:prstGeom>
          <a:noFill/>
        </p:spPr>
        <p:txBody>
          <a:bodyPr wrap="square" tIns="108000" rtlCol="0" anchor="b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  <a:ea typeface="+mn-ea"/>
                <a:cs typeface="+mn-cs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360411-8362-AD4F-841B-9BB6387AB702}"/>
              </a:ext>
            </a:extLst>
          </p:cNvPr>
          <p:cNvSpPr txBox="1"/>
          <p:nvPr userDrawn="1"/>
        </p:nvSpPr>
        <p:spPr>
          <a:xfrm>
            <a:off x="9524397" y="1879836"/>
            <a:ext cx="847348" cy="832330"/>
          </a:xfrm>
          <a:prstGeom prst="rect">
            <a:avLst/>
          </a:prstGeom>
          <a:noFill/>
        </p:spPr>
        <p:txBody>
          <a:bodyPr wrap="square" tIns="108000" rtlCol="0" anchor="b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  <a:ea typeface="+mn-ea"/>
                <a:cs typeface="+mn-cs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D94F7F-CDA2-5FA4-F5BF-F082744F7377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CE9AEC-AAA4-D7E2-AE33-BC6D3C1CA3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34E9BB-1B09-FBA5-4EC2-8BFB1381AC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26235" b="60785"/>
          <a:stretch/>
        </p:blipFill>
        <p:spPr>
          <a:xfrm>
            <a:off x="0" y="-1"/>
            <a:ext cx="6858000" cy="8901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C7AD88-AEB3-9F47-F51F-43B2F4C044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26235" r="276" b="60785"/>
          <a:stretch/>
        </p:blipFill>
        <p:spPr>
          <a:xfrm>
            <a:off x="5347504" y="-1"/>
            <a:ext cx="6839083" cy="890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9C257B-EF0C-E949-9C7D-6E10723F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314325"/>
            <a:ext cx="11557001" cy="101123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79198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ey Points (Number Li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63AEFD29-F266-4C42-82AB-D66A9D4A4AE9}"/>
              </a:ext>
            </a:extLst>
          </p:cNvPr>
          <p:cNvSpPr/>
          <p:nvPr userDrawn="1"/>
        </p:nvSpPr>
        <p:spPr>
          <a:xfrm rot="10800000">
            <a:off x="0" y="0"/>
            <a:ext cx="12192000" cy="23368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42653D-0829-7446-B85B-F85207C62423}"/>
              </a:ext>
            </a:extLst>
          </p:cNvPr>
          <p:cNvSpPr/>
          <p:nvPr userDrawn="1"/>
        </p:nvSpPr>
        <p:spPr>
          <a:xfrm>
            <a:off x="1085083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EF4D865-B256-1E4D-A547-13C09EFE28C7}"/>
              </a:ext>
            </a:extLst>
          </p:cNvPr>
          <p:cNvSpPr/>
          <p:nvPr userDrawn="1"/>
        </p:nvSpPr>
        <p:spPr>
          <a:xfrm>
            <a:off x="3974015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C37BDCA-89BD-B94F-84DC-6D2E27211B41}"/>
              </a:ext>
            </a:extLst>
          </p:cNvPr>
          <p:cNvSpPr/>
          <p:nvPr userDrawn="1"/>
        </p:nvSpPr>
        <p:spPr>
          <a:xfrm>
            <a:off x="6863101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734C9C-CA98-0441-A26B-290F53FF7461}"/>
              </a:ext>
            </a:extLst>
          </p:cNvPr>
          <p:cNvSpPr/>
          <p:nvPr userDrawn="1"/>
        </p:nvSpPr>
        <p:spPr>
          <a:xfrm>
            <a:off x="9752034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E51D9DE-3401-3A45-9292-D9F0ECF2D3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7501" y="3347119"/>
            <a:ext cx="2887662" cy="889602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C7162995-17B8-6447-900C-B17E9B18BB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7501" y="4236721"/>
            <a:ext cx="2887662" cy="2140267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1616A192-D8AD-FC4A-98C8-6D13F8936F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6587" y="3347119"/>
            <a:ext cx="2887662" cy="889602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AA8DA879-CDB0-1C44-9ABA-2F918718D3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6587" y="4236721"/>
            <a:ext cx="2887662" cy="2140267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FCF13F80-7487-3D49-8640-218606732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673" y="3347119"/>
            <a:ext cx="2887662" cy="889602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1F51EAE1-C4B1-E54A-B25E-3740D9C6AB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5673" y="4236721"/>
            <a:ext cx="2887662" cy="2140267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43" name="Text Placeholder 36">
            <a:extLst>
              <a:ext uri="{FF2B5EF4-FFF2-40B4-BE49-F238E27FC236}">
                <a16:creationId xmlns:a16="http://schemas.microsoft.com/office/drawing/2014/main" id="{BBC86D97-9EC9-7545-89B6-801FAAF005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84759" y="3347119"/>
            <a:ext cx="2887662" cy="889602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3501DC1C-1684-A142-B677-B6B9E683B9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4759" y="4236721"/>
            <a:ext cx="2887662" cy="2140267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159C92-8E5A-8949-8506-6FB426DFDED4}"/>
              </a:ext>
            </a:extLst>
          </p:cNvPr>
          <p:cNvSpPr txBox="1"/>
          <p:nvPr userDrawn="1"/>
        </p:nvSpPr>
        <p:spPr>
          <a:xfrm>
            <a:off x="1337812" y="1920178"/>
            <a:ext cx="847348" cy="832330"/>
          </a:xfrm>
          <a:prstGeom prst="rect">
            <a:avLst/>
          </a:prstGeom>
          <a:noFill/>
        </p:spPr>
        <p:txBody>
          <a:bodyPr wrap="square" tIns="108000" rtlCol="0" anchor="ctr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  <a:ea typeface="+mn-ea"/>
                <a:cs typeface="+mn-cs"/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805DFC-238D-7A4C-BA2D-7C4AA9947448}"/>
              </a:ext>
            </a:extLst>
          </p:cNvPr>
          <p:cNvSpPr txBox="1"/>
          <p:nvPr userDrawn="1"/>
        </p:nvSpPr>
        <p:spPr>
          <a:xfrm>
            <a:off x="4226744" y="1869676"/>
            <a:ext cx="847348" cy="832330"/>
          </a:xfrm>
          <a:prstGeom prst="rect">
            <a:avLst/>
          </a:prstGeom>
          <a:noFill/>
        </p:spPr>
        <p:txBody>
          <a:bodyPr wrap="square" tIns="108000" rtlCol="0" anchor="b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  <a:ea typeface="+mn-ea"/>
                <a:cs typeface="+mn-cs"/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34281C-AC8D-E14B-866D-7246564EB56B}"/>
              </a:ext>
            </a:extLst>
          </p:cNvPr>
          <p:cNvSpPr txBox="1"/>
          <p:nvPr userDrawn="1"/>
        </p:nvSpPr>
        <p:spPr>
          <a:xfrm>
            <a:off x="7115830" y="1869676"/>
            <a:ext cx="847348" cy="832330"/>
          </a:xfrm>
          <a:prstGeom prst="rect">
            <a:avLst/>
          </a:prstGeom>
          <a:noFill/>
        </p:spPr>
        <p:txBody>
          <a:bodyPr wrap="square" tIns="108000" rtlCol="0" anchor="b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  <a:ea typeface="+mn-ea"/>
                <a:cs typeface="+mn-cs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984165-08C0-8540-AB00-5AEF9FD747EF}"/>
              </a:ext>
            </a:extLst>
          </p:cNvPr>
          <p:cNvSpPr txBox="1"/>
          <p:nvPr userDrawn="1"/>
        </p:nvSpPr>
        <p:spPr>
          <a:xfrm>
            <a:off x="10003996" y="1869676"/>
            <a:ext cx="847348" cy="832330"/>
          </a:xfrm>
          <a:prstGeom prst="rect">
            <a:avLst/>
          </a:prstGeom>
          <a:noFill/>
        </p:spPr>
        <p:txBody>
          <a:bodyPr wrap="square" tIns="108000" rtlCol="0" anchor="b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  <a:ea typeface="+mn-ea"/>
                <a:cs typeface="+mn-cs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365EB4-8615-DB0D-4DB2-00BB0F02CE41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28E661-34A5-FEC0-713F-C44BD6F9C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A7267D-21D2-D670-0C1B-C0F33C364B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26235" b="60785"/>
          <a:stretch/>
        </p:blipFill>
        <p:spPr>
          <a:xfrm>
            <a:off x="0" y="-1"/>
            <a:ext cx="6858000" cy="8901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C48175-7A66-FA16-8A81-A332503BF5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26235" r="276" b="60785"/>
          <a:stretch/>
        </p:blipFill>
        <p:spPr>
          <a:xfrm>
            <a:off x="5347504" y="-1"/>
            <a:ext cx="6839083" cy="890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9C257B-EF0C-E949-9C7D-6E10723F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14325"/>
            <a:ext cx="11554921" cy="101124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31891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 Points (Number Li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63AEFD29-F266-4C42-82AB-D66A9D4A4AE9}"/>
              </a:ext>
            </a:extLst>
          </p:cNvPr>
          <p:cNvSpPr/>
          <p:nvPr userDrawn="1"/>
        </p:nvSpPr>
        <p:spPr>
          <a:xfrm rot="10800000">
            <a:off x="0" y="0"/>
            <a:ext cx="12192000" cy="23368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42653D-0829-7446-B85B-F85207C62423}"/>
              </a:ext>
            </a:extLst>
          </p:cNvPr>
          <p:cNvSpPr/>
          <p:nvPr userDrawn="1"/>
        </p:nvSpPr>
        <p:spPr>
          <a:xfrm>
            <a:off x="805408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EF4D865-B256-1E4D-A547-13C09EFE28C7}"/>
              </a:ext>
            </a:extLst>
          </p:cNvPr>
          <p:cNvSpPr/>
          <p:nvPr userDrawn="1"/>
        </p:nvSpPr>
        <p:spPr>
          <a:xfrm>
            <a:off x="3115145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C37BDCA-89BD-B94F-84DC-6D2E27211B41}"/>
              </a:ext>
            </a:extLst>
          </p:cNvPr>
          <p:cNvSpPr/>
          <p:nvPr userDrawn="1"/>
        </p:nvSpPr>
        <p:spPr>
          <a:xfrm>
            <a:off x="5418558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734C9C-CA98-0441-A26B-290F53FF7461}"/>
              </a:ext>
            </a:extLst>
          </p:cNvPr>
          <p:cNvSpPr/>
          <p:nvPr userDrawn="1"/>
        </p:nvSpPr>
        <p:spPr>
          <a:xfrm>
            <a:off x="7734619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E51D9DE-3401-3A45-9292-D9F0ECF2D3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50" y="3347119"/>
            <a:ext cx="2303322" cy="782058"/>
          </a:xfrm>
        </p:spPr>
        <p:txBody>
          <a:bodyPr tIns="91440" bIns="91440" anchor="t">
            <a:noAutofit/>
          </a:bodyPr>
          <a:lstStyle>
            <a:lvl1pPr algn="ctr"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C7162995-17B8-6447-900C-B17E9B18BB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0150" y="4129177"/>
            <a:ext cx="2303322" cy="2247811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1616A192-D8AD-FC4A-98C8-6D13F8936F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9887" y="3347119"/>
            <a:ext cx="2303322" cy="782058"/>
          </a:xfrm>
        </p:spPr>
        <p:txBody>
          <a:bodyPr tIns="91440" bIns="91440" anchor="t">
            <a:noAutofit/>
          </a:bodyPr>
          <a:lstStyle>
            <a:lvl1pPr algn="ctr"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AA8DA879-CDB0-1C44-9ABA-2F918718D3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39887" y="4129177"/>
            <a:ext cx="2303322" cy="2247811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FCF13F80-7487-3D49-8640-218606732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49624" y="3347119"/>
            <a:ext cx="2303322" cy="782058"/>
          </a:xfrm>
        </p:spPr>
        <p:txBody>
          <a:bodyPr tIns="91440" bIns="91440" anchor="t">
            <a:noAutofit/>
          </a:bodyPr>
          <a:lstStyle>
            <a:lvl1pPr algn="ctr"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1F51EAE1-C4B1-E54A-B25E-3740D9C6AB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49624" y="4129177"/>
            <a:ext cx="2303322" cy="2247811"/>
          </a:xfrm>
        </p:spPr>
        <p:txBody>
          <a:bodyPr tIns="91440" bIns="91440" anchor="t">
            <a:normAutofit/>
          </a:bodyPr>
          <a:lstStyle>
            <a:lvl1pPr algn="ctr">
              <a:lnSpc>
                <a:spcPct val="85000"/>
              </a:lnSpc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43" name="Text Placeholder 36">
            <a:extLst>
              <a:ext uri="{FF2B5EF4-FFF2-40B4-BE49-F238E27FC236}">
                <a16:creationId xmlns:a16="http://schemas.microsoft.com/office/drawing/2014/main" id="{BBC86D97-9EC9-7545-89B6-801FAAF005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59361" y="3347119"/>
            <a:ext cx="2303322" cy="782058"/>
          </a:xfrm>
        </p:spPr>
        <p:txBody>
          <a:bodyPr tIns="91440" bIns="91440" anchor="t">
            <a:noAutofit/>
          </a:bodyPr>
          <a:lstStyle>
            <a:lvl1pPr algn="ctr"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3501DC1C-1684-A142-B677-B6B9E683B9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59361" y="4129177"/>
            <a:ext cx="2303322" cy="2247811"/>
          </a:xfrm>
        </p:spPr>
        <p:txBody>
          <a:bodyPr tIns="91440" bIns="9144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24" name="Text Placeholder 36">
            <a:extLst>
              <a:ext uri="{FF2B5EF4-FFF2-40B4-BE49-F238E27FC236}">
                <a16:creationId xmlns:a16="http://schemas.microsoft.com/office/drawing/2014/main" id="{84AF440F-362D-7F4E-A24B-A0247DE2F3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9099" y="3347119"/>
            <a:ext cx="2303322" cy="782058"/>
          </a:xfrm>
        </p:spPr>
        <p:txBody>
          <a:bodyPr tIns="91440" bIns="91440" anchor="t">
            <a:noAutofit/>
          </a:bodyPr>
          <a:lstStyle>
            <a:lvl1pPr algn="ctr"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Here’s a topic heading</a:t>
            </a:r>
          </a:p>
        </p:txBody>
      </p:sp>
      <p:sp>
        <p:nvSpPr>
          <p:cNvPr id="25" name="Text Placeholder 36">
            <a:extLst>
              <a:ext uri="{FF2B5EF4-FFF2-40B4-BE49-F238E27FC236}">
                <a16:creationId xmlns:a16="http://schemas.microsoft.com/office/drawing/2014/main" id="{01E8E223-3469-5F41-8C2A-86C9BD9ADE3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69099" y="4129177"/>
            <a:ext cx="2303322" cy="2247811"/>
          </a:xfrm>
        </p:spPr>
        <p:txBody>
          <a:bodyPr tIns="91440" bIns="9144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lvl="0"/>
            <a:r>
              <a:rPr lang="en-US"/>
              <a:t>Details about the topic go here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383180-0FC0-EB4A-929A-4F00A4551B0B}"/>
              </a:ext>
            </a:extLst>
          </p:cNvPr>
          <p:cNvSpPr/>
          <p:nvPr userDrawn="1"/>
        </p:nvSpPr>
        <p:spPr>
          <a:xfrm>
            <a:off x="10044357" y="1659940"/>
            <a:ext cx="1352806" cy="135280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B85E8C-EC66-8447-98EF-7C43F4352758}"/>
              </a:ext>
            </a:extLst>
          </p:cNvPr>
          <p:cNvSpPr txBox="1"/>
          <p:nvPr userDrawn="1"/>
        </p:nvSpPr>
        <p:spPr>
          <a:xfrm>
            <a:off x="1058137" y="1974705"/>
            <a:ext cx="847348" cy="723275"/>
          </a:xfrm>
          <a:prstGeom prst="rect">
            <a:avLst/>
          </a:prstGeom>
          <a:noFill/>
        </p:spPr>
        <p:txBody>
          <a:bodyPr wrap="square" tIns="0" rtlCol="0" anchor="ctr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  <a:ea typeface="+mn-ea"/>
                <a:cs typeface="+mn-cs"/>
              </a:rPr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147377-3611-BB40-BAAE-924A8737EDE0}"/>
              </a:ext>
            </a:extLst>
          </p:cNvPr>
          <p:cNvSpPr txBox="1"/>
          <p:nvPr userDrawn="1"/>
        </p:nvSpPr>
        <p:spPr>
          <a:xfrm>
            <a:off x="3367874" y="1859516"/>
            <a:ext cx="847348" cy="832330"/>
          </a:xfrm>
          <a:prstGeom prst="rect">
            <a:avLst/>
          </a:prstGeom>
          <a:noFill/>
        </p:spPr>
        <p:txBody>
          <a:bodyPr wrap="square" tIns="108000" rtlCol="0" anchor="b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  <a:ea typeface="+mn-ea"/>
                <a:cs typeface="+mn-cs"/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D82EB3-5548-7848-B47F-6ABC0AB6E50D}"/>
              </a:ext>
            </a:extLst>
          </p:cNvPr>
          <p:cNvSpPr txBox="1"/>
          <p:nvPr userDrawn="1"/>
        </p:nvSpPr>
        <p:spPr>
          <a:xfrm>
            <a:off x="5671287" y="1859516"/>
            <a:ext cx="847348" cy="832330"/>
          </a:xfrm>
          <a:prstGeom prst="rect">
            <a:avLst/>
          </a:prstGeom>
          <a:noFill/>
        </p:spPr>
        <p:txBody>
          <a:bodyPr wrap="square" tIns="108000" rtlCol="0" anchor="b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  <a:ea typeface="+mn-ea"/>
                <a:cs typeface="+mn-cs"/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6346E4-F740-2245-BA18-BE516D1DACF9}"/>
              </a:ext>
            </a:extLst>
          </p:cNvPr>
          <p:cNvSpPr txBox="1"/>
          <p:nvPr userDrawn="1"/>
        </p:nvSpPr>
        <p:spPr>
          <a:xfrm>
            <a:off x="7987348" y="1859516"/>
            <a:ext cx="847348" cy="832330"/>
          </a:xfrm>
          <a:prstGeom prst="rect">
            <a:avLst/>
          </a:prstGeom>
          <a:noFill/>
        </p:spPr>
        <p:txBody>
          <a:bodyPr wrap="square" tIns="108000" rtlCol="0" anchor="b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  <a:ea typeface="+mn-ea"/>
                <a:cs typeface="+mn-cs"/>
              </a:rPr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8A88AA-EEE3-AC48-A9D2-4D4864E81136}"/>
              </a:ext>
            </a:extLst>
          </p:cNvPr>
          <p:cNvSpPr txBox="1"/>
          <p:nvPr userDrawn="1"/>
        </p:nvSpPr>
        <p:spPr>
          <a:xfrm>
            <a:off x="10297086" y="1859516"/>
            <a:ext cx="847348" cy="832330"/>
          </a:xfrm>
          <a:prstGeom prst="rect">
            <a:avLst/>
          </a:prstGeom>
          <a:noFill/>
        </p:spPr>
        <p:txBody>
          <a:bodyPr wrap="square" tIns="108000" rtlCol="0" anchor="b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44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  <a:ea typeface="+mn-ea"/>
                <a:cs typeface="+mn-cs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AF486B-C113-C4C1-6E73-2AAC2D632AE8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18192B-9016-C890-1419-62B8A1A3D7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0689DF-FE24-5C64-ED42-4CB19BF666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26235" b="60785"/>
          <a:stretch/>
        </p:blipFill>
        <p:spPr>
          <a:xfrm>
            <a:off x="0" y="-1"/>
            <a:ext cx="6858000" cy="8901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F1B45B-6C0D-ABA8-E694-DB382C6259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26235" r="276" b="60785"/>
          <a:stretch/>
        </p:blipFill>
        <p:spPr>
          <a:xfrm>
            <a:off x="5347504" y="-1"/>
            <a:ext cx="6839083" cy="890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9C257B-EF0C-E949-9C7D-6E10723F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14325"/>
            <a:ext cx="11554921" cy="101124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58463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(Vertical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A41E2EE8-0E66-5E48-A325-8A2A675C280E}"/>
              </a:ext>
            </a:extLst>
          </p:cNvPr>
          <p:cNvSpPr/>
          <p:nvPr userDrawn="1"/>
        </p:nvSpPr>
        <p:spPr>
          <a:xfrm rot="10800000">
            <a:off x="1" y="0"/>
            <a:ext cx="4170362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7127637-1AD0-904F-89F2-322C3BDE83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2013" y="868363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C3CC78-C7D6-F046-A5D3-A772267F22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314326"/>
            <a:ext cx="5778500" cy="2025650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6779823-64C4-DE48-B89A-5FCF280897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72013" y="2890837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C17DC962-1B9E-DB42-9EDE-8C12453DEAE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672013" y="4926210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6597381-C15E-2F4A-8632-DD2B86F7F6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2330450"/>
            <a:ext cx="5778500" cy="2025650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1EDB901E-604E-7B43-9FAC-D55700B4AE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4351338"/>
            <a:ext cx="5778500" cy="2025650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noFill/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67F3442-D4EB-0649-B92F-77BF5E52DAD0}"/>
              </a:ext>
            </a:extLst>
          </p:cNvPr>
          <p:cNvGrpSpPr/>
          <p:nvPr userDrawn="1"/>
        </p:nvGrpSpPr>
        <p:grpSpPr>
          <a:xfrm>
            <a:off x="12059005" y="-738374"/>
            <a:ext cx="2277481" cy="4084825"/>
            <a:chOff x="12059005" y="-738374"/>
            <a:chExt cx="2277481" cy="408482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A6DEE9C-14C3-024A-8A36-994B4EB3DE02}"/>
                </a:ext>
              </a:extLst>
            </p:cNvPr>
            <p:cNvGrpSpPr/>
            <p:nvPr userDrawn="1"/>
          </p:nvGrpSpPr>
          <p:grpSpPr>
            <a:xfrm>
              <a:off x="12059005" y="-246923"/>
              <a:ext cx="2167267" cy="3593374"/>
              <a:chOff x="12087188" y="-254000"/>
              <a:chExt cx="2167267" cy="3593374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667A761-F444-0F4C-8770-45E6BE1DEEF6}"/>
                  </a:ext>
                </a:extLst>
              </p:cNvPr>
              <p:cNvSpPr/>
              <p:nvPr userDrawn="1"/>
            </p:nvSpPr>
            <p:spPr>
              <a:xfrm>
                <a:off x="12254204" y="199077"/>
                <a:ext cx="2000251" cy="31402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1D5F360-14F6-5C4C-9049-61E58968A76D}"/>
                  </a:ext>
                </a:extLst>
              </p:cNvPr>
              <p:cNvSpPr/>
              <p:nvPr userDrawn="1"/>
            </p:nvSpPr>
            <p:spPr>
              <a:xfrm>
                <a:off x="12254204" y="-254000"/>
                <a:ext cx="2000251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5" name="Right Triangle 34">
                <a:extLst>
                  <a:ext uri="{FF2B5EF4-FFF2-40B4-BE49-F238E27FC236}">
                    <a16:creationId xmlns:a16="http://schemas.microsoft.com/office/drawing/2014/main" id="{93E49CFB-BBA8-2A43-9A8B-3581BBDFA043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FB9C7CF-0525-604C-A769-3F7E7212EC27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</a:t>
                </a:r>
                <a:r>
                  <a:rPr lang="en-US" sz="1200" b="1" i="0" spc="100" baseline="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 TIPS</a:t>
                </a:r>
                <a:endParaRPr lang="en-US" sz="1200" b="1" i="0" spc="100">
                  <a:solidFill>
                    <a:schemeClr val="bg1"/>
                  </a:solidFill>
                  <a:latin typeface="Bogle" panose="020B0503020203060203" pitchFamily="34" charset="77"/>
                  <a:ea typeface="Post Grotesk Medium" panose="02000000000000000000" pitchFamily="2" charset="77"/>
                  <a:cs typeface="Roboto" charset="0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36F2E9A-40FE-FE43-9470-FFC50AB3F597}"/>
                  </a:ext>
                </a:extLst>
              </p:cNvPr>
              <p:cNvSpPr txBox="1"/>
              <p:nvPr userDrawn="1"/>
            </p:nvSpPr>
            <p:spPr>
              <a:xfrm>
                <a:off x="12335975" y="391563"/>
                <a:ext cx="1797275" cy="19381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PASTING AN ICON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 are added in the Asset section. Copy and paste from that slide directly into the photo placeholder here.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Be sure to click into the placeholder first, before pasting the icon.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change the color of the icon, go to Shape Format -&gt; Shape Fill</a:t>
                </a: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</a:t>
                </a:r>
                <a:r>
                  <a:rPr lang="en-US" altLang="zh-TW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and select “Edit Alt Text” from the drop-down menu -&gt; 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endParaRPr lang="en-US" sz="900" b="1">
                  <a:solidFill>
                    <a:schemeClr val="tx1">
                      <a:lumMod val="75000"/>
                    </a:schemeClr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DF5096-7A7A-C047-A048-229C4C222565}"/>
                </a:ext>
              </a:extLst>
            </p:cNvPr>
            <p:cNvSpPr txBox="1"/>
            <p:nvPr userDrawn="1"/>
          </p:nvSpPr>
          <p:spPr>
            <a:xfrm>
              <a:off x="12192000" y="-735027"/>
              <a:ext cx="2144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Aft>
                  <a:spcPts val="200"/>
                </a:spcAft>
              </a:pP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To remove slide tips,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click View &gt; Slide Master.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After removing, click ‘X’ to exit.  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0BC7BD8-6181-504B-A342-D860BD9832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788967" y="-738374"/>
              <a:ext cx="305653" cy="415688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79EF460-8EF8-CEB9-155D-2E5712FC358C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rgbClr val="FAFAFA"/>
                </a:solidFill>
              </a:rPr>
              <a:t>@2024 Sam’s Club Confidential — Internal use only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BAA2CD-8473-7EC8-DCE7-C6EC145AC4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7616" y="6505552"/>
            <a:ext cx="268732" cy="2269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F3D37-980F-423F-CBDA-442DFE620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46000"/>
          </a:blip>
          <a:srcRect l="19498" t="36726" r="74309" b="39539"/>
          <a:stretch/>
        </p:blipFill>
        <p:spPr>
          <a:xfrm>
            <a:off x="0" y="0"/>
            <a:ext cx="1921359" cy="624988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3FE265-5163-CF4A-BB8E-7B22688F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314325"/>
            <a:ext cx="3852863" cy="5051425"/>
          </a:xfrm>
        </p:spPr>
        <p:txBody>
          <a:bodyPr anchor="t"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7714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ey Points (Vertical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A41E2EE8-0E66-5E48-A325-8A2A675C280E}"/>
              </a:ext>
            </a:extLst>
          </p:cNvPr>
          <p:cNvSpPr/>
          <p:nvPr userDrawn="1"/>
        </p:nvSpPr>
        <p:spPr>
          <a:xfrm rot="10800000">
            <a:off x="1" y="0"/>
            <a:ext cx="4170362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7127637-1AD0-904F-89F2-322C3BDE83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2013" y="613824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C3CC78-C7D6-F046-A5D3-A772267F22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314325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6779823-64C4-DE48-B89A-5FCF280897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72013" y="2127067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C17DC962-1B9E-DB42-9EDE-8C12453DEAE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672013" y="3640310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6597381-C15E-2F4A-8632-DD2B86F7F6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827568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1EDB901E-604E-7B43-9FAC-D55700B4AE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340811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EE68E7DD-DEB9-3E4F-AF3D-B579C51ED6E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672013" y="5153554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940FD156-01B1-0C47-AFDF-5FDE299752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854055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noFill/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45E269F-25C9-1542-89BC-E25A0EE45BF5}"/>
              </a:ext>
            </a:extLst>
          </p:cNvPr>
          <p:cNvGrpSpPr/>
          <p:nvPr userDrawn="1"/>
        </p:nvGrpSpPr>
        <p:grpSpPr>
          <a:xfrm>
            <a:off x="12059005" y="-738374"/>
            <a:ext cx="2277481" cy="4084825"/>
            <a:chOff x="12059005" y="-738374"/>
            <a:chExt cx="2277481" cy="408482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5D332C9-F53D-CE43-83DE-808D4CC71CE8}"/>
                </a:ext>
              </a:extLst>
            </p:cNvPr>
            <p:cNvGrpSpPr/>
            <p:nvPr userDrawn="1"/>
          </p:nvGrpSpPr>
          <p:grpSpPr>
            <a:xfrm>
              <a:off x="12059005" y="-246923"/>
              <a:ext cx="2167267" cy="3593374"/>
              <a:chOff x="12087188" y="-254000"/>
              <a:chExt cx="2167267" cy="3593374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9A522D2-C025-5C4D-AB53-8DB4F901F497}"/>
                  </a:ext>
                </a:extLst>
              </p:cNvPr>
              <p:cNvSpPr/>
              <p:nvPr userDrawn="1"/>
            </p:nvSpPr>
            <p:spPr>
              <a:xfrm>
                <a:off x="12254204" y="199077"/>
                <a:ext cx="2000251" cy="31402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8B7B941-1A28-BE42-837E-B9BE9DE39F1D}"/>
                  </a:ext>
                </a:extLst>
              </p:cNvPr>
              <p:cNvSpPr/>
              <p:nvPr userDrawn="1"/>
            </p:nvSpPr>
            <p:spPr>
              <a:xfrm>
                <a:off x="12254204" y="-254000"/>
                <a:ext cx="2000251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8" name="Right Triangle 37">
                <a:extLst>
                  <a:ext uri="{FF2B5EF4-FFF2-40B4-BE49-F238E27FC236}">
                    <a16:creationId xmlns:a16="http://schemas.microsoft.com/office/drawing/2014/main" id="{F992DFF0-B9D8-E743-AEF3-2B2F224FFE4C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CD71066-B82A-2346-84B4-E5C269EBB3E5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</a:t>
                </a:r>
                <a:r>
                  <a:rPr lang="en-US" sz="1200" b="1" i="0" spc="100" baseline="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 TIPS</a:t>
                </a:r>
                <a:endParaRPr lang="en-US" sz="1200" b="1" i="0" spc="100">
                  <a:solidFill>
                    <a:schemeClr val="bg1"/>
                  </a:solidFill>
                  <a:latin typeface="Bogle" panose="020B0503020203060203" pitchFamily="34" charset="77"/>
                  <a:ea typeface="Post Grotesk Medium" panose="02000000000000000000" pitchFamily="2" charset="77"/>
                  <a:cs typeface="Roboto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D6439E8-3EE4-8F4D-AAC1-E5468D6D0247}"/>
                  </a:ext>
                </a:extLst>
              </p:cNvPr>
              <p:cNvSpPr txBox="1"/>
              <p:nvPr userDrawn="1"/>
            </p:nvSpPr>
            <p:spPr>
              <a:xfrm>
                <a:off x="12335975" y="391563"/>
                <a:ext cx="1797275" cy="19381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PASTING AN ICON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 are added in the Asset section. Copy and paste from that slide directly into the photo placeholder here.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Be sure to click into the placeholder first, before pasting the icon.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change the color of the icon, go to Shape Format -&gt; Shape Fill</a:t>
                </a: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</a:t>
                </a:r>
                <a:r>
                  <a:rPr lang="en-US" altLang="zh-TW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and select “Edit Alt Text” from the drop-down menu -&gt; 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endParaRPr lang="en-US" sz="900" b="1">
                  <a:solidFill>
                    <a:schemeClr val="tx1">
                      <a:lumMod val="75000"/>
                    </a:schemeClr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176B2E9-F5C9-F64D-964F-3195C42ED923}"/>
                </a:ext>
              </a:extLst>
            </p:cNvPr>
            <p:cNvSpPr txBox="1"/>
            <p:nvPr userDrawn="1"/>
          </p:nvSpPr>
          <p:spPr>
            <a:xfrm>
              <a:off x="12192000" y="-735027"/>
              <a:ext cx="2144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Aft>
                  <a:spcPts val="200"/>
                </a:spcAft>
              </a:pP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To remove slide tips,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click View &gt; Slide Master.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After removing, click ‘X’ to exit.  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77044B1A-9D19-BA4B-8801-6EEEA72145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788967" y="-738374"/>
              <a:ext cx="305653" cy="415688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2433F0E-EAC1-89CF-5798-A3917F7F36D1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rgbClr val="FAFAFA"/>
                </a:solidFill>
              </a:rPr>
              <a:t>@2024 Sam’s Club Confidential — Internal use only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81B6A5-410A-9AF2-E7C0-E134D49317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7616" y="6505552"/>
            <a:ext cx="268732" cy="2269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4725F7-B97A-F1C1-028F-FF717D472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46000"/>
          </a:blip>
          <a:srcRect l="19498" t="36726" r="74309" b="39539"/>
          <a:stretch/>
        </p:blipFill>
        <p:spPr>
          <a:xfrm>
            <a:off x="0" y="0"/>
            <a:ext cx="1921359" cy="624988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3FE265-5163-CF4A-BB8E-7B22688F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314325"/>
            <a:ext cx="3852863" cy="5051425"/>
          </a:xfrm>
        </p:spPr>
        <p:txBody>
          <a:bodyPr anchor="t"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9233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 Points (Vertical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A41E2EE8-0E66-5E48-A325-8A2A675C280E}"/>
              </a:ext>
            </a:extLst>
          </p:cNvPr>
          <p:cNvSpPr/>
          <p:nvPr userDrawn="1"/>
        </p:nvSpPr>
        <p:spPr>
          <a:xfrm rot="10800000">
            <a:off x="1" y="0"/>
            <a:ext cx="4170362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7127637-1AD0-904F-89F2-322C3BDE83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07239" y="495896"/>
            <a:ext cx="847124" cy="847124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C3CC78-C7D6-F046-A5D3-A772267F22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314325"/>
            <a:ext cx="5778500" cy="1210265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6779823-64C4-DE48-B89A-5FCF280897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07239" y="1708734"/>
            <a:ext cx="847124" cy="847124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C17DC962-1B9E-DB42-9EDE-8C12453DEAE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07239" y="2921572"/>
            <a:ext cx="847124" cy="847124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6597381-C15E-2F4A-8632-DD2B86F7F6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527163"/>
            <a:ext cx="5778500" cy="1210265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1EDB901E-604E-7B43-9FAC-D55700B4AE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2740001"/>
            <a:ext cx="5778500" cy="1210265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EE68E7DD-DEB9-3E4F-AF3D-B579C51ED6E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707239" y="4134410"/>
            <a:ext cx="847124" cy="847124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940FD156-01B1-0C47-AFDF-5FDE299752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3952839"/>
            <a:ext cx="5778500" cy="1210265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9D9DA7FC-AD0F-2E4B-B01E-58585757C4D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707239" y="5339521"/>
            <a:ext cx="847124" cy="847124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2060830-FA74-8049-8649-F586E32B9C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5157950"/>
            <a:ext cx="5778500" cy="1210265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noFill/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FE0B7C7-A784-C249-B6D7-D1B516F853B1}"/>
              </a:ext>
            </a:extLst>
          </p:cNvPr>
          <p:cNvGrpSpPr/>
          <p:nvPr userDrawn="1"/>
        </p:nvGrpSpPr>
        <p:grpSpPr>
          <a:xfrm>
            <a:off x="12059005" y="-738374"/>
            <a:ext cx="2277481" cy="4084825"/>
            <a:chOff x="12059005" y="-738374"/>
            <a:chExt cx="2277481" cy="408482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6EDD9C6-C2A4-364D-9459-8DA457CBFC53}"/>
                </a:ext>
              </a:extLst>
            </p:cNvPr>
            <p:cNvGrpSpPr/>
            <p:nvPr userDrawn="1"/>
          </p:nvGrpSpPr>
          <p:grpSpPr>
            <a:xfrm>
              <a:off x="12059005" y="-246923"/>
              <a:ext cx="2167267" cy="3593374"/>
              <a:chOff x="12087188" y="-254000"/>
              <a:chExt cx="2167267" cy="3593374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37A989B-8DB1-4C48-A76F-3C1A002DFD2A}"/>
                  </a:ext>
                </a:extLst>
              </p:cNvPr>
              <p:cNvSpPr/>
              <p:nvPr userDrawn="1"/>
            </p:nvSpPr>
            <p:spPr>
              <a:xfrm>
                <a:off x="12254204" y="199077"/>
                <a:ext cx="2000251" cy="31402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31E090D-36C4-464B-A156-0EAA16010E10}"/>
                  </a:ext>
                </a:extLst>
              </p:cNvPr>
              <p:cNvSpPr/>
              <p:nvPr userDrawn="1"/>
            </p:nvSpPr>
            <p:spPr>
              <a:xfrm>
                <a:off x="12254204" y="-254000"/>
                <a:ext cx="2000251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0" name="Right Triangle 39">
                <a:extLst>
                  <a:ext uri="{FF2B5EF4-FFF2-40B4-BE49-F238E27FC236}">
                    <a16:creationId xmlns:a16="http://schemas.microsoft.com/office/drawing/2014/main" id="{25321206-8584-3049-810C-7FF07F1BEBC6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C2C065E-475E-4B41-9D54-0EC88ADA5856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</a:t>
                </a:r>
                <a:r>
                  <a:rPr lang="en-US" sz="1200" b="1" i="0" spc="100" baseline="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 TIPS</a:t>
                </a:r>
                <a:endParaRPr lang="en-US" sz="1200" b="1" i="0" spc="100">
                  <a:solidFill>
                    <a:schemeClr val="bg1"/>
                  </a:solidFill>
                  <a:latin typeface="Bogle" panose="020B0503020203060203" pitchFamily="34" charset="77"/>
                  <a:ea typeface="Post Grotesk Medium" panose="02000000000000000000" pitchFamily="2" charset="77"/>
                  <a:cs typeface="Roboto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A781062-8D5C-124D-950C-1BFE31342E21}"/>
                  </a:ext>
                </a:extLst>
              </p:cNvPr>
              <p:cNvSpPr txBox="1"/>
              <p:nvPr userDrawn="1"/>
            </p:nvSpPr>
            <p:spPr>
              <a:xfrm>
                <a:off x="12335975" y="391563"/>
                <a:ext cx="1797275" cy="19381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PASTING AN ICON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 are added in the Asset section. Copy and paste from that slide directly into the photo placeholder here.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Be sure to click into the placeholder first, before pasting the icon.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change the color of the icon, go to Shape Format -&gt; Shape Fill</a:t>
                </a: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</a:t>
                </a:r>
                <a:r>
                  <a:rPr lang="en-US" altLang="zh-TW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and select “Edit Alt Text” from the drop-down menu -&gt; 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endParaRPr lang="en-US" sz="900" b="1">
                  <a:solidFill>
                    <a:schemeClr val="tx1">
                      <a:lumMod val="75000"/>
                    </a:schemeClr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2F65F65-C047-8F44-903C-B6ACA2072BF5}"/>
                </a:ext>
              </a:extLst>
            </p:cNvPr>
            <p:cNvSpPr txBox="1"/>
            <p:nvPr userDrawn="1"/>
          </p:nvSpPr>
          <p:spPr>
            <a:xfrm>
              <a:off x="12192000" y="-735027"/>
              <a:ext cx="2144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Aft>
                  <a:spcPts val="200"/>
                </a:spcAft>
              </a:pP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To remove slide tips,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click View &gt; Slide Master.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After removing, click ‘X’ to exit.  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6C3BA77-58AB-5847-AF8A-7959C8538E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788967" y="-738374"/>
              <a:ext cx="305653" cy="415688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CC07944-9D31-1112-5CBE-052790CC4AF2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rgbClr val="FAFAFA"/>
                </a:solidFill>
              </a:rPr>
              <a:t>@2024 Sam’s Club Confidential — Internal use only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EBB9FA-118C-7F92-FA20-0A520DBDD9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7616" y="6505552"/>
            <a:ext cx="268732" cy="2269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E8264C-F72C-5ED5-7ADB-1E54BA236F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46000"/>
          </a:blip>
          <a:srcRect l="19498" t="36726" r="74309" b="39539"/>
          <a:stretch/>
        </p:blipFill>
        <p:spPr>
          <a:xfrm>
            <a:off x="0" y="0"/>
            <a:ext cx="1921359" cy="624988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3FE265-5163-CF4A-BB8E-7B22688F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314325"/>
            <a:ext cx="3852863" cy="5051425"/>
          </a:xfrm>
        </p:spPr>
        <p:txBody>
          <a:bodyPr anchor="t"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6335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Key Points (Vertical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A41E2EE8-0E66-5E48-A325-8A2A675C280E}"/>
              </a:ext>
            </a:extLst>
          </p:cNvPr>
          <p:cNvSpPr/>
          <p:nvPr userDrawn="1"/>
        </p:nvSpPr>
        <p:spPr>
          <a:xfrm rot="10800000">
            <a:off x="1" y="0"/>
            <a:ext cx="4170362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solidFill>
              <a:srgbClr val="0261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7127637-1AD0-904F-89F2-322C3BDE83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50488" y="440424"/>
            <a:ext cx="760626" cy="760626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C3CC78-C7D6-F046-A5D3-A772267F22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314325"/>
            <a:ext cx="5778500" cy="1012825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6779823-64C4-DE48-B89A-5FCF280897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50488" y="1450709"/>
            <a:ext cx="760626" cy="760626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C17DC962-1B9E-DB42-9EDE-8C12453DEAE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50488" y="2460994"/>
            <a:ext cx="760626" cy="760626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6597381-C15E-2F4A-8632-DD2B86F7F6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324610"/>
            <a:ext cx="5778500" cy="1012825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Your text goes here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1EDB901E-604E-7B43-9FAC-D55700B4AE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2334895"/>
            <a:ext cx="5778500" cy="1012825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EE68E7DD-DEB9-3E4F-AF3D-B579C51ED6E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750488" y="3471279"/>
            <a:ext cx="760626" cy="760626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940FD156-01B1-0C47-AFDF-5FDE299752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3345180"/>
            <a:ext cx="5778500" cy="1012825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9D9DA7FC-AD0F-2E4B-B01E-58585757C4D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750488" y="4481564"/>
            <a:ext cx="760626" cy="760626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2060830-FA74-8049-8649-F586E32B9C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355465"/>
            <a:ext cx="5778500" cy="1012825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A63F809F-0509-6A4F-AF2A-A137577DB7C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50488" y="5491849"/>
            <a:ext cx="760626" cy="760626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9CD6A9B-447D-0C48-BF0F-4D2F6679201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7588" y="5365750"/>
            <a:ext cx="5778500" cy="1012825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noFill/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E4ACC8-1D9E-1D46-BD09-9BF6172F7571}"/>
              </a:ext>
            </a:extLst>
          </p:cNvPr>
          <p:cNvGrpSpPr/>
          <p:nvPr userDrawn="1"/>
        </p:nvGrpSpPr>
        <p:grpSpPr>
          <a:xfrm>
            <a:off x="12059005" y="-738374"/>
            <a:ext cx="2277481" cy="4084825"/>
            <a:chOff x="12059005" y="-738374"/>
            <a:chExt cx="2277481" cy="408482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27CEB72-E93C-3C4A-96C8-F71854C67822}"/>
                </a:ext>
              </a:extLst>
            </p:cNvPr>
            <p:cNvGrpSpPr/>
            <p:nvPr userDrawn="1"/>
          </p:nvGrpSpPr>
          <p:grpSpPr>
            <a:xfrm>
              <a:off x="12059005" y="-246923"/>
              <a:ext cx="2167267" cy="3593374"/>
              <a:chOff x="12087188" y="-254000"/>
              <a:chExt cx="2167267" cy="3593374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168C790-440E-144A-96DD-5364D1BDA585}"/>
                  </a:ext>
                </a:extLst>
              </p:cNvPr>
              <p:cNvSpPr/>
              <p:nvPr userDrawn="1"/>
            </p:nvSpPr>
            <p:spPr>
              <a:xfrm>
                <a:off x="12254204" y="199077"/>
                <a:ext cx="2000251" cy="31402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514F248-4371-2A42-9161-89F04FB02275}"/>
                  </a:ext>
                </a:extLst>
              </p:cNvPr>
              <p:cNvSpPr/>
              <p:nvPr userDrawn="1"/>
            </p:nvSpPr>
            <p:spPr>
              <a:xfrm>
                <a:off x="12254204" y="-254000"/>
                <a:ext cx="2000251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2" name="Right Triangle 41">
                <a:extLst>
                  <a:ext uri="{FF2B5EF4-FFF2-40B4-BE49-F238E27FC236}">
                    <a16:creationId xmlns:a16="http://schemas.microsoft.com/office/drawing/2014/main" id="{A0DB54DD-BA62-524C-A85E-25C0256F6DDA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F151BF4-2C55-044C-9C30-7083D627EAB4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</a:t>
                </a:r>
                <a:r>
                  <a:rPr lang="en-US" sz="1200" b="1" i="0" spc="100" baseline="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 TIPS</a:t>
                </a:r>
                <a:endParaRPr lang="en-US" sz="1200" b="1" i="0" spc="100">
                  <a:solidFill>
                    <a:schemeClr val="bg1"/>
                  </a:solidFill>
                  <a:latin typeface="Bogle" panose="020B0503020203060203" pitchFamily="34" charset="77"/>
                  <a:ea typeface="Post Grotesk Medium" panose="02000000000000000000" pitchFamily="2" charset="77"/>
                  <a:cs typeface="Roboto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E065900-2F30-7343-9C19-1A9465EBD192}"/>
                  </a:ext>
                </a:extLst>
              </p:cNvPr>
              <p:cNvSpPr txBox="1"/>
              <p:nvPr userDrawn="1"/>
            </p:nvSpPr>
            <p:spPr>
              <a:xfrm>
                <a:off x="12335975" y="391563"/>
                <a:ext cx="1797275" cy="19381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PASTING AN ICON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 are added in the Asset section. Copy and paste from that slide directly into the photo placeholder here.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Be sure to click into the placeholder first, before pasting the icon.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change the color of the icon, go to Shape Format -&gt; Shape Fill</a:t>
                </a: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</a:t>
                </a:r>
                <a:r>
                  <a:rPr lang="en-US" altLang="zh-TW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and select “Edit Alt Text” from the drop-down menu -&gt; 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endParaRPr lang="en-US" sz="900" b="1">
                  <a:solidFill>
                    <a:schemeClr val="tx1">
                      <a:lumMod val="75000"/>
                    </a:schemeClr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D1B79A1-4628-014F-8223-BBA3346B5D5D}"/>
                </a:ext>
              </a:extLst>
            </p:cNvPr>
            <p:cNvSpPr txBox="1"/>
            <p:nvPr userDrawn="1"/>
          </p:nvSpPr>
          <p:spPr>
            <a:xfrm>
              <a:off x="12192000" y="-735027"/>
              <a:ext cx="2144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Aft>
                  <a:spcPts val="200"/>
                </a:spcAft>
              </a:pP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To remove slide tips,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click View &gt; Slide Master.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After removing, click ‘X’ to exit.  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2AEBB01-B470-5B42-B236-1D984F66C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788967" y="-738374"/>
              <a:ext cx="305653" cy="415688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88C275B-40C8-0B0E-4E31-6FC3013E7A9B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rgbClr val="FAFAFA"/>
                </a:solidFill>
              </a:rPr>
              <a:t>@2024 Sam’s Club Confidential — Internal use only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97B5E6-C6F1-E3E6-357D-D62073E3A9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7616" y="6505552"/>
            <a:ext cx="268732" cy="2269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A99FDC-E2C4-653C-5998-C1B633AF2C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46000"/>
          </a:blip>
          <a:srcRect l="19498" t="36726" r="74309" b="39539"/>
          <a:stretch/>
        </p:blipFill>
        <p:spPr>
          <a:xfrm>
            <a:off x="0" y="0"/>
            <a:ext cx="1921359" cy="624988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3FE265-5163-CF4A-BB8E-7B22688F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314325"/>
            <a:ext cx="3852863" cy="5051425"/>
          </a:xfrm>
        </p:spPr>
        <p:txBody>
          <a:bodyPr anchor="t"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7328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3" y="6388298"/>
            <a:ext cx="6742112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A41E2EE8-0E66-5E48-A325-8A2A675C280E}"/>
              </a:ext>
            </a:extLst>
          </p:cNvPr>
          <p:cNvSpPr/>
          <p:nvPr userDrawn="1"/>
        </p:nvSpPr>
        <p:spPr>
          <a:xfrm rot="10800000">
            <a:off x="0" y="0"/>
            <a:ext cx="12191999" cy="334645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FE27F6E-F569-2E44-8866-62DBFCEDF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1842541"/>
          </a:xfrm>
          <a:solidFill>
            <a:srgbClr val="0261AD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468EA2E2-270C-FB44-81EC-502233A648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901524" y="3658392"/>
            <a:ext cx="686402" cy="686400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4111B43-5C75-7644-90E6-BFB76358A0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7500" y="4356101"/>
            <a:ext cx="3852863" cy="2020888"/>
          </a:xfrm>
          <a:prstGeom prst="callout1">
            <a:avLst>
              <a:gd name="adj1" fmla="val 99913"/>
              <a:gd name="adj2" fmla="val 100118"/>
              <a:gd name="adj3" fmla="val -29170"/>
              <a:gd name="adj4" fmla="val 100088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365760" anchor="t">
            <a:noAutofit/>
          </a:bodyPr>
          <a:lstStyle>
            <a:lvl1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4CE2C419-BC53-1748-89F1-D92239BBFD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754387" y="3658392"/>
            <a:ext cx="686402" cy="686400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B4E5C40B-12B9-C146-B210-15CD033783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70363" y="4356101"/>
            <a:ext cx="3852863" cy="2020888"/>
          </a:xfrm>
          <a:prstGeom prst="callout1">
            <a:avLst>
              <a:gd name="adj1" fmla="val 99913"/>
              <a:gd name="adj2" fmla="val 100118"/>
              <a:gd name="adj3" fmla="val -29170"/>
              <a:gd name="adj4" fmla="val 100088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365760" anchor="t">
            <a:noAutofit/>
          </a:bodyPr>
          <a:lstStyle>
            <a:lvl1pPr algn="ctr"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/>
            </a:lvl3pPr>
            <a:lvl4pPr>
              <a:defRPr sz="1400"/>
            </a:lvl4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Your text goes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B0F5E572-28A8-FC4B-86C1-4A9A92A5255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603583" y="3658392"/>
            <a:ext cx="686402" cy="686400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80F0DD5E-1066-DD43-8943-6F4EA882C7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19559" y="4356101"/>
            <a:ext cx="3852863" cy="2020888"/>
          </a:xfrm>
          <a:prstGeom prst="callout1">
            <a:avLst>
              <a:gd name="adj1" fmla="val 99913"/>
              <a:gd name="adj2" fmla="val 100118"/>
              <a:gd name="adj3" fmla="val -29170"/>
              <a:gd name="adj4" fmla="val 100088"/>
            </a:avLst>
          </a:prstGeom>
          <a:ln>
            <a:noFill/>
          </a:ln>
        </p:spPr>
        <p:txBody>
          <a:bodyPr lIns="365760" anchor="t">
            <a:noAutofit/>
          </a:bodyPr>
          <a:lstStyle>
            <a:lvl1pPr algn="ctr"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/>
            </a:lvl3pPr>
            <a:lvl4pPr>
              <a:defRPr sz="1400"/>
            </a:lvl4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Your text goes here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3C74F3A-4402-F64D-BE99-6EBE213F859B}"/>
              </a:ext>
            </a:extLst>
          </p:cNvPr>
          <p:cNvGrpSpPr/>
          <p:nvPr userDrawn="1"/>
        </p:nvGrpSpPr>
        <p:grpSpPr>
          <a:xfrm>
            <a:off x="12052117" y="-738374"/>
            <a:ext cx="2284369" cy="6750290"/>
            <a:chOff x="12087188" y="-753334"/>
            <a:chExt cx="2284369" cy="675029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5E053C9-7D69-5D41-ADC7-534C93EDE4F1}"/>
                </a:ext>
              </a:extLst>
            </p:cNvPr>
            <p:cNvGrpSpPr/>
            <p:nvPr userDrawn="1"/>
          </p:nvGrpSpPr>
          <p:grpSpPr>
            <a:xfrm>
              <a:off x="12087188" y="-254000"/>
              <a:ext cx="2042503" cy="6250956"/>
              <a:chOff x="12087188" y="-254000"/>
              <a:chExt cx="2042503" cy="6250956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21613F41-3C4A-8F44-9641-AA357E885F11}"/>
                  </a:ext>
                </a:extLst>
              </p:cNvPr>
              <p:cNvSpPr/>
              <p:nvPr userDrawn="1"/>
            </p:nvSpPr>
            <p:spPr>
              <a:xfrm>
                <a:off x="12254205" y="199075"/>
                <a:ext cx="1875486" cy="579788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B865B43-D533-1D41-A5B7-30B6440E49BD}"/>
                  </a:ext>
                </a:extLst>
              </p:cNvPr>
              <p:cNvSpPr/>
              <p:nvPr userDrawn="1"/>
            </p:nvSpPr>
            <p:spPr>
              <a:xfrm>
                <a:off x="12254205" y="-254000"/>
                <a:ext cx="1875486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0" name="Right Triangle 39">
                <a:extLst>
                  <a:ext uri="{FF2B5EF4-FFF2-40B4-BE49-F238E27FC236}">
                    <a16:creationId xmlns:a16="http://schemas.microsoft.com/office/drawing/2014/main" id="{3C7CC517-1F08-A14A-AAE7-0B209E3E6409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310D7E4-B80A-714D-8188-860E8F31E7F2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914400" rtl="0" eaLnBrk="1" latinLnBrk="0" hangingPunct="1"/>
                <a:r>
                  <a:rPr lang="en-US" sz="1200" b="1" i="0" kern="120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 TIPS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5A425F-5BBA-2A49-9FFA-75D8FDE42449}"/>
                  </a:ext>
                </a:extLst>
              </p:cNvPr>
              <p:cNvSpPr txBox="1"/>
              <p:nvPr userDrawn="1"/>
            </p:nvSpPr>
            <p:spPr>
              <a:xfrm>
                <a:off x="12335975" y="391562"/>
                <a:ext cx="1722523" cy="34113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PHOTOGRAPHY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add a photo, drag a photo onto the slide.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1" i="0" baseline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Alternatively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, you can also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the photo icon to browse your library.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change the photo,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you need to reset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the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placeholder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’s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functionality. Click the picture, then delete. Follow steps above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re-add. 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If the image covers your text, right click the image, and select “Arrange -&gt;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br>
                  <a:rPr lang="en-CA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Send to back”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PASTING AN ICON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 are added in the Asset section. Copy and paste from that slide directly into the photo placeholder here.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Be sure to click into the placeholder first, before pasting the icon.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change the color of the icon, go to Shape Format -&gt; Shape Fill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photos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photo and select “Edit Alt Text” from the drop-down menu -&gt;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0929C1F-5B91-8849-BB41-305BD13A3A4B}"/>
                </a:ext>
              </a:extLst>
            </p:cNvPr>
            <p:cNvGrpSpPr/>
            <p:nvPr userDrawn="1"/>
          </p:nvGrpSpPr>
          <p:grpSpPr>
            <a:xfrm>
              <a:off x="12227071" y="-753334"/>
              <a:ext cx="2144486" cy="465012"/>
              <a:chOff x="12126587" y="-753334"/>
              <a:chExt cx="2144486" cy="465012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DEB642-64EC-9643-A9D2-68599E0FC121}"/>
                  </a:ext>
                </a:extLst>
              </p:cNvPr>
              <p:cNvSpPr txBox="1"/>
              <p:nvPr userDrawn="1"/>
            </p:nvSpPr>
            <p:spPr>
              <a:xfrm>
                <a:off x="12126587" y="-749987"/>
                <a:ext cx="2144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remove slide tips,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View &gt; Slide Master.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After removing, click ‘X’ to exit.  </a:t>
                </a:r>
              </a:p>
            </p:txBody>
          </p: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2E5EAF3F-75A8-CA4F-AC4B-17B2943D237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3723554" y="-753334"/>
                <a:ext cx="305653" cy="415688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12295FB-0620-196D-0686-B7ACC794D7EC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B3685A-022D-959A-839D-F14E6C30DA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030E9D-6A78-9948-86F4-AB8BB1196C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6235" b="60785"/>
          <a:stretch/>
        </p:blipFill>
        <p:spPr>
          <a:xfrm>
            <a:off x="0" y="1842542"/>
            <a:ext cx="6858000" cy="8901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90D01D-CFD3-3599-E537-8C4AE211A2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6235" r="276" b="60785"/>
          <a:stretch/>
        </p:blipFill>
        <p:spPr>
          <a:xfrm>
            <a:off x="5347504" y="1842542"/>
            <a:ext cx="6839083" cy="890143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8DE3A899-97A3-7641-AE4D-9AF1DBC6A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2542"/>
            <a:ext cx="12192000" cy="1503908"/>
          </a:xfrm>
          <a:noFill/>
        </p:spPr>
        <p:txBody>
          <a:bodyPr lIns="685800" tIns="685800" rIns="685800" bIns="365760" anchor="b">
            <a:no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89832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4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3" y="6388298"/>
            <a:ext cx="6742112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A41E2EE8-0E66-5E48-A325-8A2A675C280E}"/>
              </a:ext>
            </a:extLst>
          </p:cNvPr>
          <p:cNvSpPr/>
          <p:nvPr userDrawn="1"/>
        </p:nvSpPr>
        <p:spPr>
          <a:xfrm rot="10800000">
            <a:off x="-2" y="1842540"/>
            <a:ext cx="12191999" cy="1503909"/>
          </a:xfrm>
          <a:prstGeom prst="round2SameRect">
            <a:avLst>
              <a:gd name="adj1" fmla="val 0"/>
              <a:gd name="adj2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468EA2E2-270C-FB44-81EC-502233A648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20758" y="3658392"/>
            <a:ext cx="686402" cy="686400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4111B43-5C75-7644-90E6-BFB76358A0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7501" y="4356101"/>
            <a:ext cx="2892916" cy="2020888"/>
          </a:xfrm>
          <a:prstGeom prst="callout1">
            <a:avLst>
              <a:gd name="adj1" fmla="val 99913"/>
              <a:gd name="adj2" fmla="val 100118"/>
              <a:gd name="adj3" fmla="val -29170"/>
              <a:gd name="adj4" fmla="val 100088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365760" anchor="t">
            <a:noAutofit/>
          </a:bodyPr>
          <a:lstStyle>
            <a:lvl1pPr algn="ctr"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/>
            </a:lvl3pPr>
            <a:lvl4pPr>
              <a:defRPr sz="1400"/>
            </a:lvl4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Your text goes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4CE2C419-BC53-1748-89F1-D92239BBFD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06833" y="3658392"/>
            <a:ext cx="686402" cy="686400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B4E5C40B-12B9-C146-B210-15CD033783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03576" y="4356101"/>
            <a:ext cx="2892916" cy="2020888"/>
          </a:xfrm>
          <a:prstGeom prst="callout1">
            <a:avLst>
              <a:gd name="adj1" fmla="val 99913"/>
              <a:gd name="adj2" fmla="val 100118"/>
              <a:gd name="adj3" fmla="val -29170"/>
              <a:gd name="adj4" fmla="val 100088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365760" anchor="t">
            <a:noAutofit/>
          </a:bodyPr>
          <a:lstStyle>
            <a:lvl1pPr algn="ctr"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/>
            </a:lvl3pPr>
            <a:lvl4pPr>
              <a:defRPr sz="1400"/>
            </a:lvl4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Your text goes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B0F5E572-28A8-FC4B-86C1-4A9A92A5255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197671" y="3658392"/>
            <a:ext cx="686402" cy="686400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80F0DD5E-1066-DD43-8943-6F4EA882C7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4414" y="4356101"/>
            <a:ext cx="2892916" cy="2020888"/>
          </a:xfrm>
          <a:prstGeom prst="callout1">
            <a:avLst>
              <a:gd name="adj1" fmla="val 99913"/>
              <a:gd name="adj2" fmla="val 100118"/>
              <a:gd name="adj3" fmla="val -29170"/>
              <a:gd name="adj4" fmla="val 100088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365760" anchor="t">
            <a:noAutofit/>
          </a:bodyPr>
          <a:lstStyle>
            <a:lvl1pPr algn="ctr"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/>
            </a:lvl3pPr>
            <a:lvl4pPr>
              <a:defRPr sz="1400"/>
            </a:lvl4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Your text goes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FDC0FC45-139B-1E43-99A4-0EA1F12522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084841" y="3658392"/>
            <a:ext cx="686402" cy="686400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97E6114A-1E17-884C-839D-B9966A9D60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81584" y="4356101"/>
            <a:ext cx="2892916" cy="2020888"/>
          </a:xfrm>
          <a:prstGeom prst="callout1">
            <a:avLst>
              <a:gd name="adj1" fmla="val 99913"/>
              <a:gd name="adj2" fmla="val 100118"/>
              <a:gd name="adj3" fmla="val -29170"/>
              <a:gd name="adj4" fmla="val 100088"/>
            </a:avLst>
          </a:prstGeom>
          <a:ln>
            <a:noFill/>
          </a:ln>
        </p:spPr>
        <p:txBody>
          <a:bodyPr lIns="365760" anchor="t">
            <a:noAutofit/>
          </a:bodyPr>
          <a:lstStyle>
            <a:lvl1pPr algn="ctr"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/>
            </a:lvl3pPr>
            <a:lvl4pPr>
              <a:defRPr sz="1400"/>
            </a:lvl4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Your text goes here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364043-F9E3-8546-8113-DD8425FFA8F3}"/>
              </a:ext>
            </a:extLst>
          </p:cNvPr>
          <p:cNvGrpSpPr/>
          <p:nvPr userDrawn="1"/>
        </p:nvGrpSpPr>
        <p:grpSpPr>
          <a:xfrm>
            <a:off x="12052117" y="-738374"/>
            <a:ext cx="2284369" cy="6750290"/>
            <a:chOff x="12087188" y="-753334"/>
            <a:chExt cx="2284369" cy="675029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60FAA68-E88D-0044-806C-59F115CF8EC6}"/>
                </a:ext>
              </a:extLst>
            </p:cNvPr>
            <p:cNvGrpSpPr/>
            <p:nvPr userDrawn="1"/>
          </p:nvGrpSpPr>
          <p:grpSpPr>
            <a:xfrm>
              <a:off x="12087188" y="-254000"/>
              <a:ext cx="2042503" cy="6250956"/>
              <a:chOff x="12087188" y="-254000"/>
              <a:chExt cx="2042503" cy="6250956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84C4D82-838B-DA42-ABFC-6EF2D0815849}"/>
                  </a:ext>
                </a:extLst>
              </p:cNvPr>
              <p:cNvSpPr/>
              <p:nvPr userDrawn="1"/>
            </p:nvSpPr>
            <p:spPr>
              <a:xfrm>
                <a:off x="12254205" y="199075"/>
                <a:ext cx="1875486" cy="579788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3411DA3-76A6-594D-8538-E4BD7CA7D413}"/>
                  </a:ext>
                </a:extLst>
              </p:cNvPr>
              <p:cNvSpPr/>
              <p:nvPr userDrawn="1"/>
            </p:nvSpPr>
            <p:spPr>
              <a:xfrm>
                <a:off x="12254205" y="-254000"/>
                <a:ext cx="1875486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7" name="Right Triangle 46">
                <a:extLst>
                  <a:ext uri="{FF2B5EF4-FFF2-40B4-BE49-F238E27FC236}">
                    <a16:creationId xmlns:a16="http://schemas.microsoft.com/office/drawing/2014/main" id="{240DE9D4-1BDD-0C48-8F76-E3AC1E0E0C35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DD89A52-B1C6-754C-A2A3-E1B5A70AC19C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914400" rtl="0" eaLnBrk="1" latinLnBrk="0" hangingPunct="1"/>
                <a:r>
                  <a:rPr lang="en-US" sz="1200" b="1" i="0" kern="120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 TIPS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3D78991-5ED9-9C46-ADF7-FCD6915EE581}"/>
                  </a:ext>
                </a:extLst>
              </p:cNvPr>
              <p:cNvSpPr txBox="1"/>
              <p:nvPr userDrawn="1"/>
            </p:nvSpPr>
            <p:spPr>
              <a:xfrm>
                <a:off x="12335975" y="391562"/>
                <a:ext cx="1722523" cy="34113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PHOTOGRAPHY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add a photo, drag a photo onto the slide.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1" i="0" baseline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Alternatively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, you can also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the photo icon to browse your library.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change the photo,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you need to reset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the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placeholder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’s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functionality. Click the picture, then delete. Follow steps above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re-add. 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If the image covers your text, right click the image, and select “Arrange -&gt;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br>
                  <a:rPr lang="en-CA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Send to back”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PASTING AN ICON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 are added in the Asset section. Copy and paste from that slide directly into the photo placeholder here.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Be sure to click into the placeholder first, before pasting the icon.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change the color of the icon, go to Shape Format -&gt; Shape Fill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photos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photo and select “Edit Alt Text” from the drop-down menu -&gt;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740B736-2ECD-7145-8162-040F2C3F3E73}"/>
                </a:ext>
              </a:extLst>
            </p:cNvPr>
            <p:cNvGrpSpPr/>
            <p:nvPr userDrawn="1"/>
          </p:nvGrpSpPr>
          <p:grpSpPr>
            <a:xfrm>
              <a:off x="12227071" y="-753334"/>
              <a:ext cx="2144486" cy="465012"/>
              <a:chOff x="12126587" y="-753334"/>
              <a:chExt cx="2144486" cy="465012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CE8BB7D-4A19-684C-8872-FF077513D983}"/>
                  </a:ext>
                </a:extLst>
              </p:cNvPr>
              <p:cNvSpPr txBox="1"/>
              <p:nvPr userDrawn="1"/>
            </p:nvSpPr>
            <p:spPr>
              <a:xfrm>
                <a:off x="12126587" y="-749987"/>
                <a:ext cx="2144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remove slide tips,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View &gt; Slide Master.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After removing, click ‘X’ to exit.  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2DD74E02-71E9-1346-8A8A-78BD0B417C2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3723554" y="-753334"/>
                <a:ext cx="305653" cy="415688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23D72F0-8C3F-B307-AD41-F07E790ECA0E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E880EF-FF5F-30A8-4E51-555C30C857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sp>
        <p:nvSpPr>
          <p:cNvPr id="12" name="Round Same Side Corner Rectangle 11">
            <a:extLst>
              <a:ext uri="{FF2B5EF4-FFF2-40B4-BE49-F238E27FC236}">
                <a16:creationId xmlns:a16="http://schemas.microsoft.com/office/drawing/2014/main" id="{4CCBCE3C-B325-B328-966D-F9BC5298CF2C}"/>
              </a:ext>
            </a:extLst>
          </p:cNvPr>
          <p:cNvSpPr/>
          <p:nvPr userDrawn="1"/>
        </p:nvSpPr>
        <p:spPr>
          <a:xfrm rot="10800000">
            <a:off x="0" y="0"/>
            <a:ext cx="12191999" cy="334645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375B1B7C-3573-732D-D099-E826808B62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1842541"/>
          </a:xfrm>
          <a:solidFill>
            <a:srgbClr val="0261AD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4F717C-8104-8B21-E766-C8CC7D9B9D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6235" b="60785"/>
          <a:stretch/>
        </p:blipFill>
        <p:spPr>
          <a:xfrm>
            <a:off x="0" y="1842542"/>
            <a:ext cx="6858000" cy="8901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8100C28-4AA0-6D78-B595-982CB62D9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6235" r="276" b="60785"/>
          <a:stretch/>
        </p:blipFill>
        <p:spPr>
          <a:xfrm>
            <a:off x="5347504" y="1842542"/>
            <a:ext cx="6839083" cy="890143"/>
          </a:xfrm>
          <a:prstGeom prst="rect">
            <a:avLst/>
          </a:prstGeom>
        </p:spPr>
      </p:pic>
      <p:sp>
        <p:nvSpPr>
          <p:cNvPr id="27" name="Title 4">
            <a:extLst>
              <a:ext uri="{FF2B5EF4-FFF2-40B4-BE49-F238E27FC236}">
                <a16:creationId xmlns:a16="http://schemas.microsoft.com/office/drawing/2014/main" id="{10F95413-D300-012A-A680-9E1098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2542"/>
            <a:ext cx="12192000" cy="1503908"/>
          </a:xfrm>
          <a:noFill/>
        </p:spPr>
        <p:txBody>
          <a:bodyPr lIns="685800" tIns="685800" rIns="685800" bIns="365760" anchor="b">
            <a:no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8481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5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3" y="6388298"/>
            <a:ext cx="6742112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468EA2E2-270C-FB44-81EC-502233A648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23946" y="3658392"/>
            <a:ext cx="686402" cy="686400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4111B43-5C75-7644-90E6-BFB76358A0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7501" y="4356101"/>
            <a:ext cx="2299292" cy="2020888"/>
          </a:xfrm>
          <a:prstGeom prst="callout1">
            <a:avLst>
              <a:gd name="adj1" fmla="val 99913"/>
              <a:gd name="adj2" fmla="val 100118"/>
              <a:gd name="adj3" fmla="val -29170"/>
              <a:gd name="adj4" fmla="val 100088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365760" anchor="t">
            <a:noAutofit/>
          </a:bodyPr>
          <a:lstStyle>
            <a:lvl1pPr algn="ctr"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/>
            </a:lvl3pPr>
            <a:lvl4pPr>
              <a:defRPr sz="1400"/>
            </a:lvl4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Your text goes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4CE2C419-BC53-1748-89F1-D92239BBFD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38373" y="3658392"/>
            <a:ext cx="686402" cy="686400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B4E5C40B-12B9-C146-B210-15CD033783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31928" y="4356101"/>
            <a:ext cx="2299292" cy="2020888"/>
          </a:xfrm>
          <a:prstGeom prst="callout1">
            <a:avLst>
              <a:gd name="adj1" fmla="val 99913"/>
              <a:gd name="adj2" fmla="val 100118"/>
              <a:gd name="adj3" fmla="val -29170"/>
              <a:gd name="adj4" fmla="val 100088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365760" anchor="t">
            <a:noAutofit/>
          </a:bodyPr>
          <a:lstStyle>
            <a:lvl1pPr algn="ctr"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/>
            </a:lvl3pPr>
            <a:lvl4pPr>
              <a:defRPr sz="1400"/>
            </a:lvl4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Your text goes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B0F5E572-28A8-FC4B-86C1-4A9A92A5255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52800" y="3658392"/>
            <a:ext cx="686402" cy="686400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80F0DD5E-1066-DD43-8943-6F4EA882C7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46355" y="4356101"/>
            <a:ext cx="2299292" cy="2020888"/>
          </a:xfrm>
          <a:prstGeom prst="callout1">
            <a:avLst>
              <a:gd name="adj1" fmla="val 99913"/>
              <a:gd name="adj2" fmla="val 100118"/>
              <a:gd name="adj3" fmla="val -29170"/>
              <a:gd name="adj4" fmla="val 100088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365760" anchor="t">
            <a:noAutofit/>
          </a:bodyPr>
          <a:lstStyle>
            <a:lvl1pPr algn="ctr"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/>
            </a:lvl3pPr>
            <a:lvl4pPr>
              <a:defRPr sz="1400"/>
            </a:lvl4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Your text goes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FDC0FC45-139B-1E43-99A4-0EA1F12522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67227" y="3658392"/>
            <a:ext cx="686402" cy="686400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97E6114A-1E17-884C-839D-B9966A9D60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60782" y="4356101"/>
            <a:ext cx="2299292" cy="2020888"/>
          </a:xfrm>
          <a:prstGeom prst="callout1">
            <a:avLst>
              <a:gd name="adj1" fmla="val 99913"/>
              <a:gd name="adj2" fmla="val 100118"/>
              <a:gd name="adj3" fmla="val -29170"/>
              <a:gd name="adj4" fmla="val 100088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365760" anchor="t">
            <a:noAutofit/>
          </a:bodyPr>
          <a:lstStyle>
            <a:lvl1pPr algn="ctr"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/>
            </a:lvl3pPr>
            <a:lvl4pPr>
              <a:defRPr sz="1400"/>
            </a:lvl4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Your text goes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30ACF882-E706-8C40-879A-72617205817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0381653" y="3658392"/>
            <a:ext cx="686402" cy="686400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960B51AA-E972-C44D-85CB-FA69984BF5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75208" y="4356101"/>
            <a:ext cx="2299292" cy="2020888"/>
          </a:xfrm>
          <a:prstGeom prst="callout1">
            <a:avLst>
              <a:gd name="adj1" fmla="val 99913"/>
              <a:gd name="adj2" fmla="val 100118"/>
              <a:gd name="adj3" fmla="val -29170"/>
              <a:gd name="adj4" fmla="val 100088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365760" anchor="t">
            <a:noAutofit/>
          </a:bodyPr>
          <a:lstStyle>
            <a:lvl1pPr algn="ctr"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algn="ctr"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/>
            </a:lvl3pPr>
            <a:lvl4pPr>
              <a:defRPr sz="1400"/>
            </a:lvl4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Your text goes here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4FFE460-456C-DD48-86F2-AA0D75DB9659}"/>
              </a:ext>
            </a:extLst>
          </p:cNvPr>
          <p:cNvGrpSpPr/>
          <p:nvPr userDrawn="1"/>
        </p:nvGrpSpPr>
        <p:grpSpPr>
          <a:xfrm>
            <a:off x="12052117" y="-738374"/>
            <a:ext cx="2284369" cy="6750290"/>
            <a:chOff x="12087188" y="-753334"/>
            <a:chExt cx="2284369" cy="675029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60F8ABA-F8D8-0E44-8D2C-3D27A7920BF2}"/>
                </a:ext>
              </a:extLst>
            </p:cNvPr>
            <p:cNvGrpSpPr/>
            <p:nvPr userDrawn="1"/>
          </p:nvGrpSpPr>
          <p:grpSpPr>
            <a:xfrm>
              <a:off x="12087188" y="-254000"/>
              <a:ext cx="2042503" cy="6250956"/>
              <a:chOff x="12087188" y="-254000"/>
              <a:chExt cx="2042503" cy="6250956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1471337-464E-4740-AC71-915737413FBE}"/>
                  </a:ext>
                </a:extLst>
              </p:cNvPr>
              <p:cNvSpPr/>
              <p:nvPr userDrawn="1"/>
            </p:nvSpPr>
            <p:spPr>
              <a:xfrm>
                <a:off x="12254205" y="199075"/>
                <a:ext cx="1875486" cy="579788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279E40E-A049-AD47-99D3-327B2466F984}"/>
                  </a:ext>
                </a:extLst>
              </p:cNvPr>
              <p:cNvSpPr/>
              <p:nvPr userDrawn="1"/>
            </p:nvSpPr>
            <p:spPr>
              <a:xfrm>
                <a:off x="12254205" y="-254000"/>
                <a:ext cx="1875486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CC2452AA-9566-7345-9BEC-4BFF4FB41D2A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BDD6563-3B8E-3A41-8E4A-C01E7D71CA43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914400" rtl="0" eaLnBrk="1" latinLnBrk="0" hangingPunct="1"/>
                <a:r>
                  <a:rPr lang="en-US" sz="1200" b="1" i="0" kern="120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 TIPS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EB33AE0-9583-7449-B636-C7ED5845D66C}"/>
                  </a:ext>
                </a:extLst>
              </p:cNvPr>
              <p:cNvSpPr txBox="1"/>
              <p:nvPr userDrawn="1"/>
            </p:nvSpPr>
            <p:spPr>
              <a:xfrm>
                <a:off x="12335975" y="391562"/>
                <a:ext cx="1722523" cy="34113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PHOTOGRAPHY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add a photo, drag a photo onto the slide.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1" i="0" baseline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Alternatively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, you can also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the photo icon to browse your library.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change the photo,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you need to reset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the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placeholder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’s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functionality. Click the picture, then delete. Follow steps above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re-add. </a:t>
                </a: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If the image covers your text, right click the image, and select “Arrange -&gt;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br>
                  <a:rPr lang="en-CA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Send to back”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PASTING AN ICON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 are added in the Asset section. Copy and paste from that slide directly into the photo placeholder here.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Be sure to click into the placeholder first, before pasting the icon.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change the color of the icon, go to Shape Format -&gt; Shape Fill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photos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photo and select “Edit Alt Text” from the drop-down menu -&gt;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</a:t>
                </a:r>
                <a:b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539A2DB-014D-2F45-AFC8-CFAF2FA78E69}"/>
                </a:ext>
              </a:extLst>
            </p:cNvPr>
            <p:cNvGrpSpPr/>
            <p:nvPr userDrawn="1"/>
          </p:nvGrpSpPr>
          <p:grpSpPr>
            <a:xfrm>
              <a:off x="12227071" y="-753334"/>
              <a:ext cx="2144486" cy="465012"/>
              <a:chOff x="12126587" y="-753334"/>
              <a:chExt cx="2144486" cy="46501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BCE8504-9CAD-3048-B83C-79CDF970BF70}"/>
                  </a:ext>
                </a:extLst>
              </p:cNvPr>
              <p:cNvSpPr txBox="1"/>
              <p:nvPr userDrawn="1"/>
            </p:nvSpPr>
            <p:spPr>
              <a:xfrm>
                <a:off x="12126587" y="-749987"/>
                <a:ext cx="2144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remove slide tips,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click View &gt; Slide Master.</a:t>
                </a:r>
                <a:b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</a:br>
                <a:r>
                  <a:rPr lang="en-US" sz="800">
                    <a:solidFill>
                      <a:schemeClr val="accent4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After removing, click ‘X’ to exit.  </a:t>
                </a:r>
              </a:p>
            </p:txBody>
          </p: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27E873B5-67D3-124B-85E0-CFEBE972774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3723554" y="-753334"/>
                <a:ext cx="305653" cy="415688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</p:pic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CDE41AF0-5D43-4E88-3A9E-7E8C0C6A211F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A6A476-E76F-109B-1888-68C7AF5CA9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0D624244-3925-459F-9105-38C29F581194}"/>
              </a:ext>
            </a:extLst>
          </p:cNvPr>
          <p:cNvSpPr/>
          <p:nvPr userDrawn="1"/>
        </p:nvSpPr>
        <p:spPr>
          <a:xfrm rot="10800000">
            <a:off x="0" y="0"/>
            <a:ext cx="12191999" cy="334645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E60AB1DD-2AB7-9E2B-02AF-F62A4B1D43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1842541"/>
          </a:xfrm>
          <a:solidFill>
            <a:srgbClr val="0261AD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C6B8DB-2DF3-892E-B8CC-9F4D49BDFA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6235" b="60785"/>
          <a:stretch/>
        </p:blipFill>
        <p:spPr>
          <a:xfrm>
            <a:off x="0" y="1842542"/>
            <a:ext cx="6858000" cy="8901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CEBBAB-95CB-5F35-6530-9DC3FDB04B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6235" r="276" b="60785"/>
          <a:stretch/>
        </p:blipFill>
        <p:spPr>
          <a:xfrm>
            <a:off x="5347504" y="1842542"/>
            <a:ext cx="6839083" cy="890143"/>
          </a:xfrm>
          <a:prstGeom prst="rect">
            <a:avLst/>
          </a:prstGeom>
        </p:spPr>
      </p:pic>
      <p:sp>
        <p:nvSpPr>
          <p:cNvPr id="25" name="Title 4">
            <a:extLst>
              <a:ext uri="{FF2B5EF4-FFF2-40B4-BE49-F238E27FC236}">
                <a16:creationId xmlns:a16="http://schemas.microsoft.com/office/drawing/2014/main" id="{75463A4A-32D2-CA8A-7D1F-B6EC250C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2542"/>
            <a:ext cx="12192000" cy="1503908"/>
          </a:xfrm>
          <a:noFill/>
        </p:spPr>
        <p:txBody>
          <a:bodyPr lIns="685800" tIns="685800" rIns="685800" bIns="365760" anchor="b">
            <a:no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3560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93A02-BCAE-C44A-9F01-388AA311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99" y="1327864"/>
            <a:ext cx="6743701" cy="2507967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94697C-D1AA-5B40-ADF6-55B2423188D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7499" y="3860840"/>
            <a:ext cx="6743701" cy="2507967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0EA077-B3F6-A942-BF32-41233C2B4F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61200" y="1327150"/>
            <a:ext cx="5130800" cy="5060950"/>
          </a:xfrm>
          <a:solidFill>
            <a:srgbClr val="0261AD"/>
          </a:solidFill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XX%</a:t>
            </a:r>
            <a:br>
              <a:rPr lang="en-US"/>
            </a:br>
            <a:r>
              <a:rPr lang="en-US"/>
              <a:t>Key Message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endParaRPr lang="en-US"/>
          </a:p>
          <a:p>
            <a:pPr lvl="6"/>
            <a:endParaRPr lang="en-US"/>
          </a:p>
          <a:p>
            <a:pPr lvl="7"/>
            <a:endParaRPr lang="en-US"/>
          </a:p>
          <a:p>
            <a:pPr lvl="8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F0B61F-6F3B-B69A-1187-49F97DCC9251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812E99-F2BD-508B-4A98-18E5DD979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502992-13E5-CDE5-563A-83A571B9E4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-1" y="-16275"/>
            <a:ext cx="2791968" cy="2837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F89923-471C-F905-7DE6-C2BA6CECDE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00032" y="3552432"/>
            <a:ext cx="2791968" cy="2837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9C257B-EF0C-E949-9C7D-6E10723FB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rgbClr val="0261A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72978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84BB59-B958-5346-AE4A-FA09C7B2931A}"/>
              </a:ext>
            </a:extLst>
          </p:cNvPr>
          <p:cNvSpPr/>
          <p:nvPr userDrawn="1"/>
        </p:nvSpPr>
        <p:spPr>
          <a:xfrm>
            <a:off x="6096000" y="1327150"/>
            <a:ext cx="6096000" cy="5530850"/>
          </a:xfrm>
          <a:prstGeom prst="rect">
            <a:avLst/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3" y="6388298"/>
            <a:ext cx="1925638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94697C-D1AA-5B40-ADF6-55B2423188D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08699" y="1327150"/>
            <a:ext cx="5763723" cy="5049124"/>
          </a:xfrm>
          <a:solidFill>
            <a:srgbClr val="0261AD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E0248E-B502-776C-F5DE-EFDA5A4E0853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chemeClr val="accent4"/>
                </a:solidFill>
              </a:rPr>
              <a:t>@2024 Sam’s Club Confidential — Internal use only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B7003A-8D39-27CA-0107-453E85CB4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223" y="6505551"/>
            <a:ext cx="268732" cy="226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D370BC-8441-553E-83AA-CD18D52893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-1" y="-16275"/>
            <a:ext cx="2791968" cy="28378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EDED3D-5F64-DC2D-034E-7479B6C7C1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00032" y="3552432"/>
            <a:ext cx="2791968" cy="283785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93A02-BCAE-C44A-9F01-388AA311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99" y="1327864"/>
            <a:ext cx="5778501" cy="5049124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C257B-EF0C-E949-9C7D-6E10723F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14325"/>
            <a:ext cx="11557000" cy="101353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0261A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67165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rgbClr val="0261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4F81C4-50C1-CD4A-BEE3-0C409995A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500" y="1327150"/>
            <a:ext cx="6743700" cy="3028950"/>
          </a:xfrm>
        </p:spPr>
        <p:txBody>
          <a:bodyPr tIns="182880" bIns="182880" anchor="b">
            <a:noAutofit/>
          </a:bodyPr>
          <a:lstStyle>
            <a:lvl1pPr>
              <a:lnSpc>
                <a:spcPct val="85000"/>
              </a:lnSpc>
              <a:defRPr lang="en-US" sz="6000" dirty="0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 message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D521FA-403D-F34E-89A7-F6823DEDA3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7499" y="4357117"/>
            <a:ext cx="6743699" cy="543052"/>
          </a:xfrm>
        </p:spPr>
        <p:txBody>
          <a:bodyPr tIns="182880" bIns="182880" anchor="ctr"/>
          <a:lstStyle/>
          <a:p>
            <a:pPr lvl="0"/>
            <a:r>
              <a:rPr lang="en-US"/>
              <a:t>Name of presenter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5DAD869-B0E3-514F-9D7F-5F5F00D68B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499" y="4901185"/>
            <a:ext cx="6743699" cy="543052"/>
          </a:xfrm>
        </p:spPr>
        <p:txBody>
          <a:bodyPr tIns="182880" bIns="182880" anchor="ctr"/>
          <a:lstStyle>
            <a:lvl1pPr>
              <a:defRPr b="0" i="0">
                <a:latin typeface="Gibson" pitchFamily="2" charset="77"/>
              </a:defRPr>
            </a:lvl1pPr>
          </a:lstStyle>
          <a:p>
            <a:pPr lvl="0"/>
            <a:r>
              <a:rPr lang="en-US"/>
              <a:t>Presenter’s contact information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124E91-41D7-ADFB-7CC5-7FD32E68F6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92986"/>
          <a:stretch/>
        </p:blipFill>
        <p:spPr>
          <a:xfrm>
            <a:off x="0" y="0"/>
            <a:ext cx="6858000" cy="4810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54C33D-9289-749E-C186-DD0351624B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76" b="92986"/>
          <a:stretch/>
        </p:blipFill>
        <p:spPr>
          <a:xfrm>
            <a:off x="5347504" y="0"/>
            <a:ext cx="6839083" cy="48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43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524B7A5-60D9-D39C-96C7-9AA8F54FD87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Gibson" pitchFamily="2" charset="77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DF0755-8201-2247-BAE0-E74E807D9A90}"/>
              </a:ext>
            </a:extLst>
          </p:cNvPr>
          <p:cNvSpPr/>
          <p:nvPr userDrawn="1"/>
        </p:nvSpPr>
        <p:spPr>
          <a:xfrm>
            <a:off x="3989952" y="1049993"/>
            <a:ext cx="4391027" cy="4391024"/>
          </a:xfrm>
          <a:prstGeom prst="ellipse">
            <a:avLst/>
          </a:prstGeom>
          <a:solidFill>
            <a:srgbClr val="112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A8849A-3E42-6070-E78E-8FACF9FAD1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9952" y="1047061"/>
            <a:ext cx="4453748" cy="445374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915E0CC-1ABB-4C47-A97B-F16F3D8B8519}"/>
              </a:ext>
            </a:extLst>
          </p:cNvPr>
          <p:cNvSpPr/>
          <p:nvPr userDrawn="1"/>
        </p:nvSpPr>
        <p:spPr>
          <a:xfrm>
            <a:off x="4228222" y="944901"/>
            <a:ext cx="1075298" cy="10752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367F71-7B02-BE4B-91C7-97160D2C8FE4}"/>
              </a:ext>
            </a:extLst>
          </p:cNvPr>
          <p:cNvSpPr/>
          <p:nvPr userDrawn="1"/>
        </p:nvSpPr>
        <p:spPr>
          <a:xfrm>
            <a:off x="4228222" y="4470814"/>
            <a:ext cx="1075298" cy="10752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537DB5D-F601-0F47-BCC1-BC00053B7F8F}"/>
              </a:ext>
            </a:extLst>
          </p:cNvPr>
          <p:cNvSpPr/>
          <p:nvPr userDrawn="1"/>
        </p:nvSpPr>
        <p:spPr>
          <a:xfrm>
            <a:off x="3312747" y="2707855"/>
            <a:ext cx="1075298" cy="10752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9B9A304-131B-1140-98C1-28AD96089382}"/>
              </a:ext>
            </a:extLst>
          </p:cNvPr>
          <p:cNvSpPr/>
          <p:nvPr userDrawn="1"/>
        </p:nvSpPr>
        <p:spPr>
          <a:xfrm flipH="1">
            <a:off x="7067411" y="944901"/>
            <a:ext cx="1075296" cy="10752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0D933B-DF31-B34A-B7F5-4A9523E97BF6}"/>
              </a:ext>
            </a:extLst>
          </p:cNvPr>
          <p:cNvSpPr/>
          <p:nvPr userDrawn="1"/>
        </p:nvSpPr>
        <p:spPr>
          <a:xfrm flipH="1">
            <a:off x="7067411" y="4470814"/>
            <a:ext cx="1075296" cy="10752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BBCF8F2-6389-5C4C-9365-CEA270808ED7}"/>
              </a:ext>
            </a:extLst>
          </p:cNvPr>
          <p:cNvSpPr/>
          <p:nvPr userDrawn="1"/>
        </p:nvSpPr>
        <p:spPr>
          <a:xfrm flipH="1">
            <a:off x="7982884" y="2707855"/>
            <a:ext cx="1075296" cy="10752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BC1CF290-5726-044F-B1BE-C1D5CDF593F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76125" y="1192803"/>
            <a:ext cx="579493" cy="579493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24915BF9-0504-1546-9201-A7F0909E51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60650" y="2955757"/>
            <a:ext cx="579493" cy="579493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0D0E6FFA-2780-984C-808D-BB7F1BBDE23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76125" y="4718716"/>
            <a:ext cx="579493" cy="579493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52FF4D56-7174-BF44-A2B3-C616029F7F2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315313" y="1192803"/>
            <a:ext cx="579493" cy="579493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269B7FC9-EE77-5A4C-B6BA-AA5F65EE0D9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30786" y="2955757"/>
            <a:ext cx="579493" cy="579493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C2E7151B-E2C3-F941-9B8F-16547A84101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315313" y="4718716"/>
            <a:ext cx="579493" cy="579493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F59BF5E-4DB9-1E44-B41A-A5A768EBBA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98066" y="1064247"/>
            <a:ext cx="2015505" cy="341676"/>
          </a:xfrm>
        </p:spPr>
        <p:txBody>
          <a:bodyPr lIns="91440" tIns="27432" rIns="91440" bIns="27432" anchor="b"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600" b="1" i="0">
                <a:solidFill>
                  <a:schemeClr val="bg1"/>
                </a:solidFill>
                <a:latin typeface="Gibson SemBd" pitchFamily="2" charset="77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F6DAF4B7-92BC-6649-A3E0-5A2F77A10F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8066" y="1413098"/>
            <a:ext cx="2015505" cy="520665"/>
          </a:xfrm>
        </p:spPr>
        <p:txBody>
          <a:bodyPr lIns="91440" tIns="27432" rIns="91440" bIns="27432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Gibson" pitchFamily="2" charset="77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Your text goes here. </a:t>
            </a:r>
            <a:endParaRPr lang="en-US" sz="1200">
              <a:latin typeface="Bogle" panose="020B0503020203060203" pitchFamily="34" charset="77"/>
            </a:endParaRP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1C7D6935-D61B-2344-B4E5-7D52CD7F0B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2163" y="2855877"/>
            <a:ext cx="2015505" cy="341676"/>
          </a:xfrm>
        </p:spPr>
        <p:txBody>
          <a:bodyPr lIns="91440" tIns="27432" rIns="91440" bIns="27432" anchor="b"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600" b="1" i="0">
                <a:solidFill>
                  <a:schemeClr val="bg1"/>
                </a:solidFill>
                <a:latin typeface="Gibson SemBd" pitchFamily="2" charset="77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50B2E79C-B59B-4947-86ED-CF33504771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2163" y="3204728"/>
            <a:ext cx="2015505" cy="520665"/>
          </a:xfrm>
        </p:spPr>
        <p:txBody>
          <a:bodyPr lIns="91440" tIns="27432" rIns="91440" bIns="27432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Gibson" pitchFamily="2" charset="77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Your text goes here.</a:t>
            </a:r>
            <a:endParaRPr lang="en-US" sz="1200">
              <a:latin typeface="Bogle" panose="020B0503020203060203" pitchFamily="34" charset="77"/>
            </a:endParaRP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2CD3965E-0D5A-C744-9411-07ABB82C09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98066" y="4580598"/>
            <a:ext cx="2015505" cy="341676"/>
          </a:xfrm>
        </p:spPr>
        <p:txBody>
          <a:bodyPr lIns="91440" tIns="27432" rIns="91440" bIns="27432" anchor="b"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600" b="1" i="0">
                <a:solidFill>
                  <a:schemeClr val="bg1"/>
                </a:solidFill>
                <a:latin typeface="Gibson SemBd" pitchFamily="2" charset="77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878D68CA-F28E-3B41-AE85-6C1A6AD2906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98066" y="4929449"/>
            <a:ext cx="2015505" cy="520665"/>
          </a:xfrm>
        </p:spPr>
        <p:txBody>
          <a:bodyPr lIns="91440" tIns="27432" rIns="91440" bIns="27432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Gibson" pitchFamily="2" charset="77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Your text goes here. </a:t>
            </a:r>
            <a:endParaRPr lang="en-US" sz="1200">
              <a:latin typeface="Bogle" panose="020B0503020203060203" pitchFamily="34" charset="77"/>
            </a:endParaRP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DB5571E7-F1BB-1E4C-9E1E-1EEFA5A2D0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57360" y="1064247"/>
            <a:ext cx="2015505" cy="341676"/>
          </a:xfrm>
        </p:spPr>
        <p:txBody>
          <a:bodyPr lIns="91440" tIns="27432" rIns="91440" bIns="27432" anchor="b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 i="0">
                <a:solidFill>
                  <a:schemeClr val="bg1"/>
                </a:solidFill>
                <a:latin typeface="Gibson SemBd" pitchFamily="2" charset="77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36932062-320A-0443-8975-A844C1C4EE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57360" y="1413098"/>
            <a:ext cx="2015505" cy="520665"/>
          </a:xfrm>
        </p:spPr>
        <p:txBody>
          <a:bodyPr lIns="91440" tIns="27432" rIns="91440" bIns="27432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Gibson" pitchFamily="2" charset="77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Your text goes here. </a:t>
            </a:r>
          </a:p>
        </p:txBody>
      </p:sp>
      <p:sp>
        <p:nvSpPr>
          <p:cNvPr id="43" name="Text Placeholder 32">
            <a:extLst>
              <a:ext uri="{FF2B5EF4-FFF2-40B4-BE49-F238E27FC236}">
                <a16:creationId xmlns:a16="http://schemas.microsoft.com/office/drawing/2014/main" id="{98BA6A52-47A2-6348-8EE3-30101D1D4E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43259" y="2855877"/>
            <a:ext cx="2015505" cy="341676"/>
          </a:xfrm>
        </p:spPr>
        <p:txBody>
          <a:bodyPr lIns="91440" tIns="27432" rIns="91440" bIns="27432" anchor="b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 i="0">
                <a:solidFill>
                  <a:schemeClr val="bg1"/>
                </a:solidFill>
                <a:latin typeface="Gibson SemBd" pitchFamily="2" charset="77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4" name="Text Placeholder 32">
            <a:extLst>
              <a:ext uri="{FF2B5EF4-FFF2-40B4-BE49-F238E27FC236}">
                <a16:creationId xmlns:a16="http://schemas.microsoft.com/office/drawing/2014/main" id="{E2AF59AE-B036-D54C-A5DF-9F8EC4D8DC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43259" y="3204728"/>
            <a:ext cx="2015505" cy="520665"/>
          </a:xfrm>
        </p:spPr>
        <p:txBody>
          <a:bodyPr lIns="91440" tIns="27432" rIns="91440" bIns="27432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Gibson" pitchFamily="2" charset="77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Your text goes here.</a:t>
            </a:r>
          </a:p>
        </p:txBody>
      </p:sp>
      <p:sp>
        <p:nvSpPr>
          <p:cNvPr id="45" name="Text Placeholder 32">
            <a:extLst>
              <a:ext uri="{FF2B5EF4-FFF2-40B4-BE49-F238E27FC236}">
                <a16:creationId xmlns:a16="http://schemas.microsoft.com/office/drawing/2014/main" id="{F1D08FCE-DC61-0448-B273-E66E40DDE40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7360" y="4580598"/>
            <a:ext cx="2015505" cy="341676"/>
          </a:xfrm>
        </p:spPr>
        <p:txBody>
          <a:bodyPr lIns="91440" tIns="27432" rIns="91440" bIns="27432" anchor="b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 i="0">
                <a:solidFill>
                  <a:schemeClr val="bg1"/>
                </a:solidFill>
                <a:latin typeface="Gibson SemBd" pitchFamily="2" charset="77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83D3AD63-399A-BF46-81DB-DB4C7E5584B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57360" y="4929449"/>
            <a:ext cx="2015505" cy="520665"/>
          </a:xfrm>
        </p:spPr>
        <p:txBody>
          <a:bodyPr lIns="91440" tIns="27432" rIns="91440" bIns="27432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Gibson" pitchFamily="2" charset="77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Your text goes here.</a:t>
            </a:r>
          </a:p>
        </p:txBody>
      </p:sp>
      <p:sp>
        <p:nvSpPr>
          <p:cNvPr id="47" name="Title 46">
            <a:extLst>
              <a:ext uri="{FF2B5EF4-FFF2-40B4-BE49-F238E27FC236}">
                <a16:creationId xmlns:a16="http://schemas.microsoft.com/office/drawing/2014/main" id="{216DF30E-D4A0-2545-9C33-E1EFB08F3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2325" y="2108114"/>
            <a:ext cx="3046280" cy="2274783"/>
          </a:xfrm>
          <a:ln>
            <a:noFill/>
          </a:ln>
        </p:spPr>
        <p:txBody>
          <a:bodyPr lIns="180000" rIns="180000" anchor="ctr"/>
          <a:lstStyle>
            <a:lvl1pPr algn="ctr">
              <a:defRPr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D0EC58A-5273-D046-8561-4D4D3E53E93A}"/>
              </a:ext>
            </a:extLst>
          </p:cNvPr>
          <p:cNvGrpSpPr/>
          <p:nvPr userDrawn="1"/>
        </p:nvGrpSpPr>
        <p:grpSpPr>
          <a:xfrm>
            <a:off x="12059005" y="-738374"/>
            <a:ext cx="2277481" cy="4084825"/>
            <a:chOff x="12059005" y="-738374"/>
            <a:chExt cx="2277481" cy="4084825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A83F952-8361-EE4D-8073-9B6D7B66B0CA}"/>
                </a:ext>
              </a:extLst>
            </p:cNvPr>
            <p:cNvGrpSpPr/>
            <p:nvPr userDrawn="1"/>
          </p:nvGrpSpPr>
          <p:grpSpPr>
            <a:xfrm>
              <a:off x="12059005" y="-246923"/>
              <a:ext cx="2167267" cy="3593374"/>
              <a:chOff x="12087188" y="-254000"/>
              <a:chExt cx="2167267" cy="3593374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67C3B6E-7FDE-5B4C-84F1-E9E0D4CB875E}"/>
                  </a:ext>
                </a:extLst>
              </p:cNvPr>
              <p:cNvSpPr/>
              <p:nvPr userDrawn="1"/>
            </p:nvSpPr>
            <p:spPr>
              <a:xfrm>
                <a:off x="12254204" y="199077"/>
                <a:ext cx="2000251" cy="31402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097C4D33-0F3F-AC44-80D3-25BD35505D68}"/>
                  </a:ext>
                </a:extLst>
              </p:cNvPr>
              <p:cNvSpPr/>
              <p:nvPr userDrawn="1"/>
            </p:nvSpPr>
            <p:spPr>
              <a:xfrm>
                <a:off x="12254204" y="-254000"/>
                <a:ext cx="2000251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62" name="Right Triangle 61">
                <a:extLst>
                  <a:ext uri="{FF2B5EF4-FFF2-40B4-BE49-F238E27FC236}">
                    <a16:creationId xmlns:a16="http://schemas.microsoft.com/office/drawing/2014/main" id="{3901FC6F-D3B2-3D44-97AC-FA92D07A974F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890B882-E8A9-D14B-AEFE-30D73A708238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</a:t>
                </a:r>
                <a:r>
                  <a:rPr lang="en-US" sz="1200" b="1" i="0" spc="100" baseline="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 TIPS</a:t>
                </a:r>
                <a:endParaRPr lang="en-US" sz="1200" b="1" i="0" spc="100">
                  <a:solidFill>
                    <a:schemeClr val="bg1"/>
                  </a:solidFill>
                  <a:latin typeface="Bogle" panose="020B0503020203060203" pitchFamily="34" charset="77"/>
                  <a:ea typeface="Post Grotesk Medium" panose="02000000000000000000" pitchFamily="2" charset="77"/>
                  <a:cs typeface="Roboto" charset="0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C03B650-774C-1A43-86CD-8FC64AFAE67A}"/>
                  </a:ext>
                </a:extLst>
              </p:cNvPr>
              <p:cNvSpPr txBox="1"/>
              <p:nvPr userDrawn="1"/>
            </p:nvSpPr>
            <p:spPr>
              <a:xfrm>
                <a:off x="12335975" y="391563"/>
                <a:ext cx="1797275" cy="19381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PASTING AN ICON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 are added in the Asset section. Copy and paste from that slide directly into the photo placeholder here.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Be sure to click into the placeholder first, before pasting the icon.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change the color of the icon, go to Shape Format -&gt; Shape Fill</a:t>
                </a: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</a:t>
                </a:r>
                <a:r>
                  <a:rPr lang="en-US" altLang="zh-TW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and select “Edit Alt Text” from the drop-down menu -&gt; 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endParaRPr lang="en-US" sz="900" b="1">
                  <a:solidFill>
                    <a:schemeClr val="tx1">
                      <a:lumMod val="75000"/>
                    </a:schemeClr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3B49A1E-45B2-5F46-9594-82A4044A5F6A}"/>
                </a:ext>
              </a:extLst>
            </p:cNvPr>
            <p:cNvSpPr txBox="1"/>
            <p:nvPr userDrawn="1"/>
          </p:nvSpPr>
          <p:spPr>
            <a:xfrm>
              <a:off x="12192000" y="-735027"/>
              <a:ext cx="2144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Aft>
                  <a:spcPts val="200"/>
                </a:spcAft>
              </a:pP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To remove slide tips,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click View &gt; Slide Master.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After removing, click ‘X’ to exit.  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40288E7-7A19-BA49-A7F4-3FAF953BB4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3788967" y="-738374"/>
              <a:ext cx="305653" cy="415688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3B3C254-85BB-4577-B2C2-1850F88B10DA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rgbClr val="FAFAFA"/>
                </a:solidFill>
              </a:rPr>
              <a:t>@2024 Sam’s Club Confidential — Internal use only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43E48E3-4CE3-7387-BBC8-22D693DE82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7616" y="6505552"/>
            <a:ext cx="268732" cy="22693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183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Diagr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9259C2E-D8F8-4DC0-8675-88F0B5F593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228" r="8465" b="75436"/>
          <a:stretch/>
        </p:blipFill>
        <p:spPr>
          <a:xfrm>
            <a:off x="1" y="2697633"/>
            <a:ext cx="12192000" cy="3552248"/>
          </a:xfrm>
          <a:prstGeom prst="rect">
            <a:avLst/>
          </a:prstGeom>
        </p:spPr>
      </p:pic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2CD3965E-0D5A-C744-9411-07ABB82C09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1164" y="1968523"/>
            <a:ext cx="1923561" cy="341676"/>
          </a:xfrm>
        </p:spPr>
        <p:txBody>
          <a:bodyPr lIns="91440" tIns="27432" rIns="91440" bIns="27432" anchor="b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C389A57-1EC8-8241-BF0C-5C2B4365CA56}"/>
              </a:ext>
            </a:extLst>
          </p:cNvPr>
          <p:cNvSpPr/>
          <p:nvPr userDrawn="1"/>
        </p:nvSpPr>
        <p:spPr>
          <a:xfrm>
            <a:off x="0" y="6101383"/>
            <a:ext cx="12192000" cy="756617"/>
          </a:xfrm>
          <a:prstGeom prst="rect">
            <a:avLst/>
          </a:prstGeom>
          <a:solidFill>
            <a:srgbClr val="0261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0746948-A594-6B48-A08E-C42449E70D97}"/>
              </a:ext>
            </a:extLst>
          </p:cNvPr>
          <p:cNvSpPr/>
          <p:nvPr userDrawn="1"/>
        </p:nvSpPr>
        <p:spPr>
          <a:xfrm flipH="1">
            <a:off x="10387120" y="3756422"/>
            <a:ext cx="1060242" cy="10602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1FD54FF-45C3-AE41-9D7A-21C133FD0F33}"/>
              </a:ext>
            </a:extLst>
          </p:cNvPr>
          <p:cNvSpPr/>
          <p:nvPr userDrawn="1"/>
        </p:nvSpPr>
        <p:spPr>
          <a:xfrm flipH="1">
            <a:off x="8465829" y="2752536"/>
            <a:ext cx="1060242" cy="10602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F3A9D27-05F9-624C-AF4A-30BDFE657BE8}"/>
              </a:ext>
            </a:extLst>
          </p:cNvPr>
          <p:cNvSpPr/>
          <p:nvPr userDrawn="1"/>
        </p:nvSpPr>
        <p:spPr>
          <a:xfrm flipH="1">
            <a:off x="6532657" y="2273111"/>
            <a:ext cx="1060242" cy="10602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9B973DA-1D3E-FF43-BB97-1A7C652D9F27}"/>
              </a:ext>
            </a:extLst>
          </p:cNvPr>
          <p:cNvSpPr/>
          <p:nvPr userDrawn="1"/>
        </p:nvSpPr>
        <p:spPr>
          <a:xfrm>
            <a:off x="749404" y="3756422"/>
            <a:ext cx="1060242" cy="10602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71ADA1D-D5A9-F148-A0F9-0F4397BCD347}"/>
              </a:ext>
            </a:extLst>
          </p:cNvPr>
          <p:cNvSpPr/>
          <p:nvPr userDrawn="1"/>
        </p:nvSpPr>
        <p:spPr>
          <a:xfrm>
            <a:off x="2683109" y="2752536"/>
            <a:ext cx="1060242" cy="10602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43A6613-5A15-844C-A83D-ADCC6F2E3949}"/>
              </a:ext>
            </a:extLst>
          </p:cNvPr>
          <p:cNvSpPr/>
          <p:nvPr userDrawn="1"/>
        </p:nvSpPr>
        <p:spPr>
          <a:xfrm>
            <a:off x="4604400" y="2273111"/>
            <a:ext cx="1060242" cy="1060242"/>
          </a:xfrm>
          <a:prstGeom prst="ellipse">
            <a:avLst/>
          </a:prstGeom>
          <a:solidFill>
            <a:schemeClr val="bg1"/>
          </a:solidFill>
          <a:ln w="38100">
            <a:solidFill>
              <a:srgbClr val="94E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Picture Placeholder 6">
            <a:extLst>
              <a:ext uri="{FF2B5EF4-FFF2-40B4-BE49-F238E27FC236}">
                <a16:creationId xmlns:a16="http://schemas.microsoft.com/office/drawing/2014/main" id="{7FB8FE9D-2FFD-FF43-AC69-D808E90EF06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85238" y="3996797"/>
            <a:ext cx="579493" cy="579493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83" name="Picture Placeholder 6">
            <a:extLst>
              <a:ext uri="{FF2B5EF4-FFF2-40B4-BE49-F238E27FC236}">
                <a16:creationId xmlns:a16="http://schemas.microsoft.com/office/drawing/2014/main" id="{30DD2A46-F840-A143-9C30-EC3B92162E6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923484" y="2992911"/>
            <a:ext cx="579493" cy="579493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84" name="Picture Placeholder 6">
            <a:extLst>
              <a:ext uri="{FF2B5EF4-FFF2-40B4-BE49-F238E27FC236}">
                <a16:creationId xmlns:a16="http://schemas.microsoft.com/office/drawing/2014/main" id="{9FD33888-EEA8-CD4C-9191-2840F1B6DB6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844775" y="2513486"/>
            <a:ext cx="579493" cy="579493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85" name="Picture Placeholder 6">
            <a:extLst>
              <a:ext uri="{FF2B5EF4-FFF2-40B4-BE49-F238E27FC236}">
                <a16:creationId xmlns:a16="http://schemas.microsoft.com/office/drawing/2014/main" id="{FBBAD7CB-4925-2745-829A-0FC9A0FE7DB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773032" y="2513486"/>
            <a:ext cx="579493" cy="579493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86" name="Picture Placeholder 6">
            <a:extLst>
              <a:ext uri="{FF2B5EF4-FFF2-40B4-BE49-F238E27FC236}">
                <a16:creationId xmlns:a16="http://schemas.microsoft.com/office/drawing/2014/main" id="{D8F95BAD-7B36-6246-804F-0EDE997EF13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706204" y="2992911"/>
            <a:ext cx="579493" cy="579493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87" name="Picture Placeholder 6">
            <a:extLst>
              <a:ext uri="{FF2B5EF4-FFF2-40B4-BE49-F238E27FC236}">
                <a16:creationId xmlns:a16="http://schemas.microsoft.com/office/drawing/2014/main" id="{EA0BB641-2B16-1D44-8BDD-B95EC56099EC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627495" y="3996797"/>
            <a:ext cx="579493" cy="579493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88" name="Text Placeholder 36">
            <a:extLst>
              <a:ext uri="{FF2B5EF4-FFF2-40B4-BE49-F238E27FC236}">
                <a16:creationId xmlns:a16="http://schemas.microsoft.com/office/drawing/2014/main" id="{51F6DA4F-FB0C-F94C-9C8D-B18512EA48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7499" y="2398610"/>
            <a:ext cx="1927225" cy="1236190"/>
          </a:xfrm>
        </p:spPr>
        <p:txBody>
          <a:bodyPr tIns="91440" bIns="9144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Your text goes here.</a:t>
            </a:r>
            <a:endParaRPr lang="en-US" sz="1400">
              <a:latin typeface="Bogle" panose="020B0503020203060203" pitchFamily="34" charset="77"/>
            </a:endParaRPr>
          </a:p>
        </p:txBody>
      </p:sp>
      <p:sp>
        <p:nvSpPr>
          <p:cNvPr id="89" name="Text Placeholder 32">
            <a:extLst>
              <a:ext uri="{FF2B5EF4-FFF2-40B4-BE49-F238E27FC236}">
                <a16:creationId xmlns:a16="http://schemas.microsoft.com/office/drawing/2014/main" id="{C81C81FC-4AF7-1141-BB9C-D8C7CF2717F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254403" y="1008621"/>
            <a:ext cx="1915929" cy="341676"/>
          </a:xfrm>
        </p:spPr>
        <p:txBody>
          <a:bodyPr lIns="91440" tIns="27432" rIns="91440" bIns="27432" anchor="b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0" name="Text Placeholder 36">
            <a:extLst>
              <a:ext uri="{FF2B5EF4-FFF2-40B4-BE49-F238E27FC236}">
                <a16:creationId xmlns:a16="http://schemas.microsoft.com/office/drawing/2014/main" id="{88F87FE6-44AC-3B4A-B8F9-5F31618B019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50785" y="1438708"/>
            <a:ext cx="1919578" cy="1236190"/>
          </a:xfrm>
        </p:spPr>
        <p:txBody>
          <a:bodyPr tIns="91440" bIns="9144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Your text goes here.</a:t>
            </a:r>
            <a:endParaRPr lang="en-US" sz="1400">
              <a:latin typeface="Bogle" panose="020B0503020203060203" pitchFamily="34" charset="77"/>
            </a:endParaRPr>
          </a:p>
        </p:txBody>
      </p:sp>
      <p:sp>
        <p:nvSpPr>
          <p:cNvPr id="91" name="Text Placeholder 32">
            <a:extLst>
              <a:ext uri="{FF2B5EF4-FFF2-40B4-BE49-F238E27FC236}">
                <a16:creationId xmlns:a16="http://schemas.microsoft.com/office/drawing/2014/main" id="{E9E76094-1BB4-2240-BA5A-086D1B8E23C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24641" y="1008621"/>
            <a:ext cx="1923561" cy="341676"/>
          </a:xfrm>
        </p:spPr>
        <p:txBody>
          <a:bodyPr lIns="91440" tIns="27432" rIns="91440" bIns="27432" anchor="b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2" name="Text Placeholder 36">
            <a:extLst>
              <a:ext uri="{FF2B5EF4-FFF2-40B4-BE49-F238E27FC236}">
                <a16:creationId xmlns:a16="http://schemas.microsoft.com/office/drawing/2014/main" id="{BF231BCE-8FA5-4A41-9D8D-1EBDA020D82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20976" y="1438708"/>
            <a:ext cx="1927225" cy="1236190"/>
          </a:xfrm>
        </p:spPr>
        <p:txBody>
          <a:bodyPr tIns="91440" bIns="9144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Your text goes here.</a:t>
            </a:r>
            <a:endParaRPr lang="en-US" sz="1400">
              <a:latin typeface="Bogle" panose="020B0503020203060203" pitchFamily="34" charset="77"/>
            </a:endParaRPr>
          </a:p>
        </p:txBody>
      </p:sp>
      <p:sp>
        <p:nvSpPr>
          <p:cNvPr id="93" name="Text Placeholder 32">
            <a:extLst>
              <a:ext uri="{FF2B5EF4-FFF2-40B4-BE49-F238E27FC236}">
                <a16:creationId xmlns:a16="http://schemas.microsoft.com/office/drawing/2014/main" id="{173617C1-3468-5840-AE75-D6324AEC41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54262" y="1968523"/>
            <a:ext cx="1923561" cy="341676"/>
          </a:xfrm>
        </p:spPr>
        <p:txBody>
          <a:bodyPr lIns="91440" tIns="27432" rIns="91440" bIns="27432" anchor="b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4" name="Text Placeholder 36">
            <a:extLst>
              <a:ext uri="{FF2B5EF4-FFF2-40B4-BE49-F238E27FC236}">
                <a16:creationId xmlns:a16="http://schemas.microsoft.com/office/drawing/2014/main" id="{4AE7ABF0-95E1-8A4F-AA45-AA3386B15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950597" y="2398610"/>
            <a:ext cx="1927225" cy="1236190"/>
          </a:xfrm>
        </p:spPr>
        <p:txBody>
          <a:bodyPr tIns="91440" bIns="9144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Your text goes here.</a:t>
            </a:r>
            <a:endParaRPr lang="en-US" sz="1400">
              <a:latin typeface="Bogle" panose="020B0503020203060203" pitchFamily="34" charset="77"/>
            </a:endParaRPr>
          </a:p>
        </p:txBody>
      </p:sp>
      <p:sp>
        <p:nvSpPr>
          <p:cNvPr id="95" name="Text Placeholder 32">
            <a:extLst>
              <a:ext uri="{FF2B5EF4-FFF2-40B4-BE49-F238E27FC236}">
                <a16:creationId xmlns:a16="http://schemas.microsoft.com/office/drawing/2014/main" id="{6746A52C-BBBB-414F-8D58-4CFF3E2695D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181845" y="501541"/>
            <a:ext cx="1896106" cy="341676"/>
          </a:xfrm>
        </p:spPr>
        <p:txBody>
          <a:bodyPr lIns="91440" tIns="27432" rIns="91440" bIns="27432" anchor="b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6" name="Text Placeholder 36">
            <a:extLst>
              <a:ext uri="{FF2B5EF4-FFF2-40B4-BE49-F238E27FC236}">
                <a16:creationId xmlns:a16="http://schemas.microsoft.com/office/drawing/2014/main" id="{ADDFEE00-EDE5-0144-BE36-5A91157DD07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78232" y="931628"/>
            <a:ext cx="1899718" cy="1236190"/>
          </a:xfrm>
        </p:spPr>
        <p:txBody>
          <a:bodyPr tIns="91440" bIns="9144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Your text goes here.</a:t>
            </a:r>
            <a:endParaRPr lang="en-US" sz="1400">
              <a:latin typeface="Bogle" panose="020B0503020203060203" pitchFamily="34" charset="77"/>
            </a:endParaRPr>
          </a:p>
        </p:txBody>
      </p:sp>
      <p:sp>
        <p:nvSpPr>
          <p:cNvPr id="97" name="Text Placeholder 32">
            <a:extLst>
              <a:ext uri="{FF2B5EF4-FFF2-40B4-BE49-F238E27FC236}">
                <a16:creationId xmlns:a16="http://schemas.microsoft.com/office/drawing/2014/main" id="{75D87201-6790-E443-A15A-E8416F40857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089516" y="501541"/>
            <a:ext cx="1923561" cy="341676"/>
          </a:xfrm>
        </p:spPr>
        <p:txBody>
          <a:bodyPr lIns="91440" tIns="27432" rIns="91440" bIns="27432" anchor="b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Gibson SemBd" pitchFamily="2" charset="77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2pPr>
            <a:lvl3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3pPr>
            <a:lvl4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5pPr>
            <a:lvl6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6pPr>
            <a:lvl7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7pPr>
            <a:lvl8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8pPr>
            <a:lvl9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9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8" name="Text Placeholder 36">
            <a:extLst>
              <a:ext uri="{FF2B5EF4-FFF2-40B4-BE49-F238E27FC236}">
                <a16:creationId xmlns:a16="http://schemas.microsoft.com/office/drawing/2014/main" id="{DD32C290-8ED7-CC46-8D59-4E58C2D6FB7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85851" y="931628"/>
            <a:ext cx="1927225" cy="1236190"/>
          </a:xfrm>
        </p:spPr>
        <p:txBody>
          <a:bodyPr tIns="91440" bIns="9144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bson" pitchFamily="2" charset="77"/>
                <a:ea typeface="+mn-ea"/>
                <a:cs typeface="+mn-cs"/>
              </a:defRPr>
            </a:lvl1pPr>
            <a:lvl3pPr marL="9525" indent="0" algn="ctr">
              <a:buNone/>
              <a:tabLst/>
              <a:defRPr sz="1800"/>
            </a:lvl3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Your text goes here.</a:t>
            </a:r>
            <a:endParaRPr lang="en-US" sz="1400">
              <a:latin typeface="Bogle" panose="020B0503020203060203" pitchFamily="34" charset="77"/>
            </a:endParaRPr>
          </a:p>
        </p:txBody>
      </p:sp>
      <p:sp>
        <p:nvSpPr>
          <p:cNvPr id="102" name="Title 46">
            <a:extLst>
              <a:ext uri="{FF2B5EF4-FFF2-40B4-BE49-F238E27FC236}">
                <a16:creationId xmlns:a16="http://schemas.microsoft.com/office/drawing/2014/main" id="{C40D78FF-E58B-CE4D-B12A-2BDB44AA9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051" y="3533578"/>
            <a:ext cx="5576828" cy="2274783"/>
          </a:xfrm>
        </p:spPr>
        <p:txBody>
          <a:bodyPr lIns="180000" rIns="18000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8232" y="6388298"/>
            <a:ext cx="6734244" cy="46970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C5119ED-5E43-7F4E-AA62-7DFDB35861D0}"/>
              </a:ext>
            </a:extLst>
          </p:cNvPr>
          <p:cNvGrpSpPr/>
          <p:nvPr userDrawn="1"/>
        </p:nvGrpSpPr>
        <p:grpSpPr>
          <a:xfrm>
            <a:off x="12059005" y="-738374"/>
            <a:ext cx="2277481" cy="4084825"/>
            <a:chOff x="12059005" y="-738374"/>
            <a:chExt cx="2277481" cy="4084825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29BB059-B54D-1441-85B3-069ABAAF2444}"/>
                </a:ext>
              </a:extLst>
            </p:cNvPr>
            <p:cNvGrpSpPr/>
            <p:nvPr userDrawn="1"/>
          </p:nvGrpSpPr>
          <p:grpSpPr>
            <a:xfrm>
              <a:off x="12059005" y="-246923"/>
              <a:ext cx="2167267" cy="3593374"/>
              <a:chOff x="12087188" y="-254000"/>
              <a:chExt cx="2167267" cy="3593374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96926A08-76D3-4B42-B15D-6115F3553BA1}"/>
                  </a:ext>
                </a:extLst>
              </p:cNvPr>
              <p:cNvSpPr/>
              <p:nvPr userDrawn="1"/>
            </p:nvSpPr>
            <p:spPr>
              <a:xfrm>
                <a:off x="12254204" y="199077"/>
                <a:ext cx="2000251" cy="31402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458B52D-4886-9E48-83AA-758A7FB56F5F}"/>
                  </a:ext>
                </a:extLst>
              </p:cNvPr>
              <p:cNvSpPr/>
              <p:nvPr userDrawn="1"/>
            </p:nvSpPr>
            <p:spPr>
              <a:xfrm>
                <a:off x="12254204" y="-254000"/>
                <a:ext cx="2000251" cy="49061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56" name="Right Triangle 55">
                <a:extLst>
                  <a:ext uri="{FF2B5EF4-FFF2-40B4-BE49-F238E27FC236}">
                    <a16:creationId xmlns:a16="http://schemas.microsoft.com/office/drawing/2014/main" id="{44778102-2761-454E-A17C-0E49685FFF2B}"/>
                  </a:ext>
                </a:extLst>
              </p:cNvPr>
              <p:cNvSpPr/>
              <p:nvPr userDrawn="1"/>
            </p:nvSpPr>
            <p:spPr>
              <a:xfrm flipH="1">
                <a:off x="12087188" y="-254000"/>
                <a:ext cx="174111" cy="216371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Post Grotesk" panose="02000000000000000000" pitchFamily="2" charset="77"/>
                  <a:ea typeface="Post Grotesk" panose="02000000000000000000" pitchFamily="2" charset="77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30BB421-BE08-3B4E-8373-C9FB7068405A}"/>
                  </a:ext>
                </a:extLst>
              </p:cNvPr>
              <p:cNvSpPr txBox="1"/>
              <p:nvPr userDrawn="1"/>
            </p:nvSpPr>
            <p:spPr>
              <a:xfrm>
                <a:off x="12353237" y="-138500"/>
                <a:ext cx="1211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0" spc="10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SLIDE</a:t>
                </a:r>
                <a:r>
                  <a:rPr lang="en-US" sz="1200" b="1" i="0" spc="100" baseline="0">
                    <a:solidFill>
                      <a:schemeClr val="bg1"/>
                    </a:solidFill>
                    <a:latin typeface="Bogle" panose="020B0503020203060203" pitchFamily="34" charset="77"/>
                    <a:ea typeface="Post Grotesk Medium" panose="02000000000000000000" pitchFamily="2" charset="77"/>
                    <a:cs typeface="Roboto" charset="0"/>
                  </a:rPr>
                  <a:t> TIPS</a:t>
                </a:r>
                <a:endParaRPr lang="en-US" sz="1200" b="1" i="0" spc="100">
                  <a:solidFill>
                    <a:schemeClr val="bg1"/>
                  </a:solidFill>
                  <a:latin typeface="Bogle" panose="020B0503020203060203" pitchFamily="34" charset="77"/>
                  <a:ea typeface="Post Grotesk Medium" panose="02000000000000000000" pitchFamily="2" charset="77"/>
                  <a:cs typeface="Roboto" charset="0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E32C2A8-B967-D847-ADFE-683C98001BEA}"/>
                  </a:ext>
                </a:extLst>
              </p:cNvPr>
              <p:cNvSpPr txBox="1"/>
              <p:nvPr userDrawn="1"/>
            </p:nvSpPr>
            <p:spPr>
              <a:xfrm>
                <a:off x="12335975" y="391563"/>
                <a:ext cx="1797275" cy="193816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 kern="120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PASTING AN ICON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 are added in the Asset section. Copy and paste from that slide directly into the photo placeholder here.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Be sure to click into the placeholder first, before pasting the icon.</a:t>
                </a: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r>
                  <a:rPr lang="en-US" sz="900">
                    <a:solidFill>
                      <a:schemeClr val="tx1">
                        <a:lumMod val="75000"/>
                      </a:schemeClr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To change the color of the icon, go to Shape Format -&gt; Shape Fill</a:t>
                </a:r>
              </a:p>
              <a:p>
                <a:pPr marL="0" indent="0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None/>
                </a:pPr>
                <a:r>
                  <a:rPr lang="en-US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Adding Alt Text on </a:t>
                </a:r>
                <a:r>
                  <a:rPr lang="en-US" altLang="zh-TW" sz="900" b="1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icons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indent="-96838">
                  <a:spcAft>
                    <a:spcPts val="600"/>
                  </a:spcAft>
                  <a:buClr>
                    <a:schemeClr val="accent1"/>
                  </a:buClr>
                  <a:buFont typeface="Wingdings" charset="2"/>
                  <a:buChar char="§"/>
                </a:pP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Right-click the 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icon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and select “Edit Alt Text” from the drop-down menu -&gt; Alt-Text pane will appear on the right hand side</a:t>
                </a:r>
                <a:r>
                  <a:rPr lang="zh-TW" alt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 </a:t>
                </a:r>
                <a:r>
                  <a:rPr lang="en-US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-&gt; Type the description</a:t>
                </a:r>
                <a:r>
                  <a:rPr lang="en-US" altLang="zh-TW" sz="900" b="0">
                    <a:solidFill>
                      <a:schemeClr val="tx1"/>
                    </a:solidFill>
                    <a:latin typeface="Bogle" panose="020B0503020203060203" pitchFamily="34" charset="77"/>
                    <a:ea typeface="Post Grotesk" panose="02000000000000000000" pitchFamily="2" charset="77"/>
                    <a:cs typeface="Roboto" charset="0"/>
                  </a:rPr>
                  <a:t>.</a:t>
                </a:r>
                <a:endParaRPr lang="en-US" sz="900" b="0">
                  <a:solidFill>
                    <a:schemeClr val="tx1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  <a:p>
                <a:pPr marL="96838" marR="0" lvl="0" indent="-96838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Wingdings" charset="2"/>
                  <a:buChar char="§"/>
                  <a:tabLst/>
                  <a:defRPr/>
                </a:pPr>
                <a:endParaRPr lang="en-US" sz="900" b="1">
                  <a:solidFill>
                    <a:schemeClr val="tx1">
                      <a:lumMod val="75000"/>
                    </a:schemeClr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A13AFAF-49AB-6E47-A7FD-34DF70FCEE80}"/>
                </a:ext>
              </a:extLst>
            </p:cNvPr>
            <p:cNvSpPr txBox="1"/>
            <p:nvPr userDrawn="1"/>
          </p:nvSpPr>
          <p:spPr>
            <a:xfrm>
              <a:off x="12192000" y="-735027"/>
              <a:ext cx="2144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Aft>
                  <a:spcPts val="200"/>
                </a:spcAft>
              </a:pP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To remove slide tips,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click View &gt; Slide Master.</a:t>
              </a:r>
              <a:b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</a:br>
              <a:r>
                <a:rPr lang="en-US" sz="800">
                  <a:solidFill>
                    <a:schemeClr val="accent4"/>
                  </a:solidFill>
                  <a:latin typeface="Bogle" panose="020B0503020203060203" pitchFamily="34" charset="77"/>
                  <a:ea typeface="Post Grotesk" panose="02000000000000000000" pitchFamily="2" charset="77"/>
                  <a:cs typeface="Roboto" charset="0"/>
                </a:rPr>
                <a:t>After removing, click ‘X’ to exit.  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43B8705D-0411-2A4A-917B-069DE12FE4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3788967" y="-738374"/>
              <a:ext cx="305653" cy="415688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378E892-F403-CFC5-F787-AA5B7D407408}"/>
              </a:ext>
            </a:extLst>
          </p:cNvPr>
          <p:cNvSpPr/>
          <p:nvPr userDrawn="1"/>
        </p:nvSpPr>
        <p:spPr>
          <a:xfrm>
            <a:off x="633590" y="6375399"/>
            <a:ext cx="3083622" cy="507006"/>
          </a:xfrm>
          <a:prstGeom prst="rect">
            <a:avLst/>
          </a:prstGeom>
        </p:spPr>
        <p:txBody>
          <a:bodyPr wrap="none" lIns="367200" rIns="367200" anchor="ctr">
            <a:noAutofit/>
          </a:bodyPr>
          <a:lstStyle/>
          <a:p>
            <a:r>
              <a:rPr lang="en-CA" sz="900">
                <a:solidFill>
                  <a:srgbClr val="FAFAFA"/>
                </a:solidFill>
              </a:rPr>
              <a:t>@2024 Sam’s Club Confidential — Internal use only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BE793E-DBB2-C4FC-6BEA-55A08A6815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7616" y="6505552"/>
            <a:ext cx="268732" cy="22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29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34" Type="http://schemas.openxmlformats.org/officeDocument/2006/relationships/slideLayout" Target="../slideLayouts/slideLayout35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33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3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6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1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B2766C-0D83-1946-AABB-E8C7DE8D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72" y="365125"/>
            <a:ext cx="110130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8CAAF-262B-5445-AB55-01E114AF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472" y="1825625"/>
            <a:ext cx="110130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4DD91-7366-454D-A618-C17826F92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6158" y="6356350"/>
            <a:ext cx="41487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Gibson Light" pitchFamily="2" charset="77"/>
              </a:defRPr>
            </a:lvl1pPr>
          </a:lstStyle>
          <a:p>
            <a:r>
              <a:rPr lang="en-US"/>
              <a:t>© 2025 Sam's Club. Confidential — 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8D426-0F85-2543-B7D1-C8170F0FD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5446" y="6356350"/>
            <a:ext cx="5937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Gibson" pitchFamily="2" charset="77"/>
              </a:defRPr>
            </a:lvl1pPr>
          </a:lstStyle>
          <a:p>
            <a:fld id="{CC016F9F-E390-8549-93F9-91A8D6CA46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5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Gibson SemB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tabLst>
          <a:tab pos="2678113" algn="l"/>
        </a:tabLst>
        <a:defRPr sz="2800" kern="1200">
          <a:solidFill>
            <a:schemeClr val="bg1"/>
          </a:solidFill>
          <a:latin typeface="Gibson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Gibson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Gibson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ibson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ibson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BDBF32-26C7-1941-A3C9-ABEC39E43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14325"/>
            <a:ext cx="11556999" cy="1013539"/>
          </a:xfrm>
          <a:prstGeom prst="rect">
            <a:avLst/>
          </a:prstGeom>
        </p:spPr>
        <p:txBody>
          <a:bodyPr vert="horz" lIns="365760" tIns="365760" rIns="365760" bIns="365760" rtlCol="0" anchor="ctr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73861-7F4B-764C-80C8-9DCCBEB56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499" y="1327864"/>
            <a:ext cx="11555883" cy="5049124"/>
          </a:xfrm>
          <a:prstGeom prst="rect">
            <a:avLst/>
          </a:prstGeom>
        </p:spPr>
        <p:txBody>
          <a:bodyPr vert="horz" lIns="365760" tIns="365760" rIns="365760" bIns="36576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196924-41F3-7D4A-BD06-22516B5FE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500" y="6388298"/>
            <a:ext cx="10594976" cy="469702"/>
          </a:xfrm>
          <a:prstGeom prst="rect">
            <a:avLst/>
          </a:prstGeom>
        </p:spPr>
        <p:txBody>
          <a:bodyPr vert="horz" lIns="365760" tIns="162000" rIns="365760" bIns="162000" rtlCol="0" anchor="b">
            <a:normAutofit/>
          </a:bodyPr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F52795-A7F4-A745-8027-594D429AB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wrap="none" lIns="365760" tIns="45720" rIns="365760" bIns="45720" rtlCol="0" anchor="ctr"/>
          <a:lstStyle>
            <a:lvl1pPr algn="l"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56296-F819-4A42-897A-1FEC8FE27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2476" y="6392273"/>
            <a:ext cx="959946" cy="465727"/>
          </a:xfrm>
          <a:prstGeom prst="rect">
            <a:avLst/>
          </a:prstGeom>
        </p:spPr>
        <p:txBody>
          <a:bodyPr vert="horz" wrap="none" lIns="365760" tIns="45720" rIns="365760" bIns="45720" rtlCol="0" anchor="ctr"/>
          <a:lstStyle>
            <a:lvl1pPr algn="r">
              <a:defRPr sz="900">
                <a:solidFill>
                  <a:schemeClr val="accent1"/>
                </a:solidFill>
                <a:latin typeface="+mj-lt"/>
              </a:defRPr>
            </a:lvl1pPr>
          </a:lstStyle>
          <a:p>
            <a:fld id="{2A2841DE-4403-F14E-8A42-C9234BDEAE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7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>
          <a:solidFill>
            <a:srgbClr val="0261AD"/>
          </a:solidFill>
          <a:latin typeface="Gibson SemBd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0" i="0" kern="1200">
          <a:solidFill>
            <a:schemeClr val="tx1">
              <a:lumMod val="65000"/>
              <a:lumOff val="35000"/>
            </a:schemeClr>
          </a:solidFill>
          <a:latin typeface="Gibson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2400" b="0" i="0" kern="1200">
          <a:solidFill>
            <a:schemeClr val="tx1">
              <a:lumMod val="65000"/>
              <a:lumOff val="35000"/>
            </a:schemeClr>
          </a:solidFill>
          <a:latin typeface="Gibson" pitchFamily="2" charset="77"/>
          <a:ea typeface="+mn-ea"/>
          <a:cs typeface="+mn-cs"/>
        </a:defRPr>
      </a:lvl2pPr>
      <a:lvl3pPr marL="452438" indent="-18097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tx1">
              <a:lumMod val="65000"/>
              <a:lumOff val="35000"/>
            </a:schemeClr>
          </a:solidFill>
          <a:latin typeface="Gibson" pitchFamily="2" charset="77"/>
          <a:ea typeface="+mn-ea"/>
          <a:cs typeface="+mn-cs"/>
        </a:defRPr>
      </a:lvl3pPr>
      <a:lvl4pPr marL="668338" indent="-2159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800" b="0" i="0" kern="1200">
          <a:solidFill>
            <a:schemeClr val="tx1">
              <a:lumMod val="65000"/>
              <a:lumOff val="35000"/>
            </a:schemeClr>
          </a:solidFill>
          <a:latin typeface="Gibson" pitchFamily="2" charset="77"/>
          <a:ea typeface="+mn-ea"/>
          <a:cs typeface="+mn-cs"/>
        </a:defRPr>
      </a:lvl4pPr>
      <a:lvl5pPr marL="668338" indent="2270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>
              <a:lumMod val="65000"/>
              <a:lumOff val="35000"/>
            </a:schemeClr>
          </a:solidFill>
          <a:latin typeface="Gibson" pitchFamily="2" charset="77"/>
          <a:ea typeface="+mn-ea"/>
          <a:cs typeface="+mn-cs"/>
        </a:defRPr>
      </a:lvl5pPr>
      <a:lvl6pPr marL="893763" indent="-2174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893763" indent="-2174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893763" indent="-2174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893763" indent="-2174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0">
          <p15:clr>
            <a:srgbClr val="F26B43"/>
          </p15:clr>
        </p15:guide>
        <p15:guide id="5" orient="horz" pos="198">
          <p15:clr>
            <a:srgbClr val="F26B43"/>
          </p15:clr>
        </p15:guide>
        <p15:guide id="6" orient="horz" pos="4017">
          <p15:clr>
            <a:srgbClr val="F26B43"/>
          </p15:clr>
        </p15:guide>
        <p15:guide id="8" pos="7480">
          <p15:clr>
            <a:srgbClr val="F26B43"/>
          </p15:clr>
        </p15:guide>
        <p15:guide id="9" pos="6874">
          <p15:clr>
            <a:srgbClr val="A4A3A4"/>
          </p15:clr>
        </p15:guide>
        <p15:guide id="10" pos="6266">
          <p15:clr>
            <a:srgbClr val="A4A3A4"/>
          </p15:clr>
        </p15:guide>
        <p15:guide id="11" pos="5661">
          <p15:clr>
            <a:srgbClr val="A4A3A4"/>
          </p15:clr>
        </p15:guide>
        <p15:guide id="12" pos="5053">
          <p15:clr>
            <a:srgbClr val="A4A3A4"/>
          </p15:clr>
        </p15:guide>
        <p15:guide id="13" pos="4448">
          <p15:clr>
            <a:srgbClr val="A4A3A4"/>
          </p15:clr>
        </p15:guide>
        <p15:guide id="15" pos="3232">
          <p15:clr>
            <a:srgbClr val="A4A3A4"/>
          </p15:clr>
        </p15:guide>
        <p15:guide id="16" pos="2627">
          <p15:clr>
            <a:srgbClr val="A4A3A4"/>
          </p15:clr>
        </p15:guide>
        <p15:guide id="17" pos="2019">
          <p15:clr>
            <a:srgbClr val="A4A3A4"/>
          </p15:clr>
        </p15:guide>
        <p15:guide id="18" pos="1414">
          <p15:clr>
            <a:srgbClr val="A4A3A4"/>
          </p15:clr>
        </p15:guide>
        <p15:guide id="19" pos="806">
          <p15:clr>
            <a:srgbClr val="A4A3A4"/>
          </p15:clr>
        </p15:guide>
        <p15:guide id="25" orient="horz" pos="836">
          <p15:clr>
            <a:srgbClr val="A4A3A4"/>
          </p15:clr>
        </p15:guide>
        <p15:guide id="26" pos="3840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8867756-1A5D-283F-F9FD-7AD39D8D2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6F6BD8-A27F-D16A-CCEA-933F94222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bson Light" pitchFamily="2" charset="77"/>
                <a:ea typeface="+mn-ea"/>
                <a:cs typeface="+mn-cs"/>
              </a:rPr>
              <a:t>© 2025 Sam's Club. Confidential — Internal use only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BAB01DA-A9B1-D9DA-FC77-10A307C31F73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42222" y="1691164"/>
            <a:ext cx="7161285" cy="517634"/>
          </a:xfrm>
        </p:spPr>
        <p:txBody>
          <a:bodyPr>
            <a:noAutofit/>
          </a:bodyPr>
          <a:lstStyle/>
          <a:p>
            <a:endParaRPr lang="en-US" sz="3600" b="1" dirty="0"/>
          </a:p>
          <a:p>
            <a:r>
              <a:rPr lang="en-US" sz="3700" b="1" dirty="0"/>
              <a:t>People Strategy and Transformation: Portfolio Status Report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A7D004C-3408-2411-42DF-9106D7B56AAF}"/>
              </a:ext>
            </a:extLst>
          </p:cNvPr>
          <p:cNvSpPr txBox="1">
            <a:spLocks/>
          </p:cNvSpPr>
          <p:nvPr/>
        </p:nvSpPr>
        <p:spPr>
          <a:xfrm>
            <a:off x="542222" y="4170068"/>
            <a:ext cx="7317264" cy="5176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None/>
              <a:tabLst>
                <a:tab pos="2678113" algn="l"/>
              </a:tabLst>
              <a:defRPr sz="2400" kern="1200">
                <a:solidFill>
                  <a:schemeClr val="bg2"/>
                </a:solidFill>
                <a:latin typeface="Gibson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Gibson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Gibson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Gibson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Gibson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C4EC"/>
              </a:buClr>
              <a:buSzTx/>
              <a:buFont typeface="Arial" panose="020B0604020202020204" pitchFamily="34" charset="0"/>
              <a:buNone/>
              <a:tabLst>
                <a:tab pos="2678113" algn="l"/>
              </a:tabLst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bso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3956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30D3-8689-D9FF-3224-4F9F223C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003192-DD74-61EA-4BEA-C5AB2C90DE3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204716" y="-68240"/>
            <a:ext cx="11501438" cy="519113"/>
          </a:xfrm>
        </p:spPr>
        <p:txBody>
          <a:bodyPr>
            <a:no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Weekly Summary Report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2CB1DC1-C25E-F8A8-2759-BBAE338929C2}"/>
              </a:ext>
            </a:extLst>
          </p:cNvPr>
          <p:cNvGraphicFramePr>
            <a:graphicFrameLocks noGrp="1"/>
          </p:cNvGraphicFramePr>
          <p:nvPr/>
        </p:nvGraphicFramePr>
        <p:xfrm>
          <a:off x="105071" y="450873"/>
          <a:ext cx="11981857" cy="633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308">
                  <a:extLst>
                    <a:ext uri="{9D8B030D-6E8A-4147-A177-3AD203B41FA5}">
                      <a16:colId xmlns:a16="http://schemas.microsoft.com/office/drawing/2014/main" val="2160661864"/>
                    </a:ext>
                  </a:extLst>
                </a:gridCol>
                <a:gridCol w="1109055">
                  <a:extLst>
                    <a:ext uri="{9D8B030D-6E8A-4147-A177-3AD203B41FA5}">
                      <a16:colId xmlns:a16="http://schemas.microsoft.com/office/drawing/2014/main" val="1020653785"/>
                    </a:ext>
                  </a:extLst>
                </a:gridCol>
                <a:gridCol w="3393756">
                  <a:extLst>
                    <a:ext uri="{9D8B030D-6E8A-4147-A177-3AD203B41FA5}">
                      <a16:colId xmlns:a16="http://schemas.microsoft.com/office/drawing/2014/main" val="1575055964"/>
                    </a:ext>
                  </a:extLst>
                </a:gridCol>
                <a:gridCol w="3062319">
                  <a:extLst>
                    <a:ext uri="{9D8B030D-6E8A-4147-A177-3AD203B41FA5}">
                      <a16:colId xmlns:a16="http://schemas.microsoft.com/office/drawing/2014/main" val="1855436369"/>
                    </a:ext>
                  </a:extLst>
                </a:gridCol>
                <a:gridCol w="3561419">
                  <a:extLst>
                    <a:ext uri="{9D8B030D-6E8A-4147-A177-3AD203B41FA5}">
                      <a16:colId xmlns:a16="http://schemas.microsoft.com/office/drawing/2014/main" val="1109837953"/>
                    </a:ext>
                  </a:extLst>
                </a:gridCol>
              </a:tblGrid>
              <a:tr h="429856"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</a:rPr>
                        <a:t>Project</a:t>
                      </a:r>
                    </a:p>
                  </a:txBody>
                  <a:tcPr>
                    <a:lnB w="12700">
                      <a:solidFill>
                        <a:schemeClr val="bg1">
                          <a:lumMod val="95000"/>
                        </a:schemeClr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2060"/>
                          </a:solidFill>
                          <a:latin typeface="Aptos"/>
                        </a:rPr>
                        <a:t>Project Manager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</a:rPr>
                        <a:t>What we've DONE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</a:rPr>
                        <a:t>What we're DOING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ptos"/>
                        </a:rPr>
                        <a:t>Where we're GOING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489897"/>
                  </a:ext>
                </a:extLst>
              </a:tr>
              <a:tr h="805386"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AES Survey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Aptos"/>
                        </a:rPr>
                        <a:t>Ana Lasa /                Kristi Mai/                       Danielle Bootes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9.19: Held feedback Session with Associate Listening team and Sam’s People Partners on overall FY26 AES process.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9.22: Claire reviewed AES Action Plans deck with LC. 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Updated AES Action Plans deck based on LC feedback for fourth  People Leadership review.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Completed AES Playbook and “hand-off” to People Operations team.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Continued to meet with “Tiger Team” (Mackenzi) to align on next steps for Belonging and segment specific deep dives which will inform Sam’s action plans.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Iterating AES Action Plans deck with ongoing input from People Leadership team.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Associate Listening team to provide deeper dives to Sam’s People Leadership team.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9.30: Claire to share segment-specific AES action plans with Donna.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9.30: Actions plans to be completed and followed-up on a quarterly basis. 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3459"/>
                  </a:ext>
                </a:extLst>
              </a:tr>
              <a:tr h="1375541"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Club Enablement Role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>
                          <a:lumMod val="95000"/>
                        </a:schemeClr>
                      </a:solidFill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Joann Baker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noProof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Collaborated with Ops, Safety, AP, Compliance, Credit, Membership, and GTL to build a detailed hour-by-hour 5-day training plan for Club Enablement Leads (CELs).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noProof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Developed the “Day in the Life of a CEL” to outline daily responsibilities.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noProof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Mapped out each CEL task as it relates to the associate experience, including: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900" kern="1200" noProof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Hiring and onboarding workflows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900" kern="1200" noProof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Pre-boarding coverage: orientation, expectations, and Day One readiness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noProof="0" err="1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Me@Sams</a:t>
                      </a:r>
                      <a:r>
                        <a:rPr lang="en-US" sz="900" kern="1200" noProof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 experience integration: supporting associates through tech changes, ensuring smooth adoption and usage of digital tools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Align on next steps and clarify support needs for I-9 processing.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Build out the Club Enablement Lead (CEL) toolkit to support onboarding and role clarity.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Share the “Day in the Life of a CEL” and the 5-day training plan with Regional Directors.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noProof="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Continue providing field support to ensure successful adoption and execution of the CEL role.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Aptos"/>
                        </a:rPr>
                        <a:t>Finalizing and launching the Club Enablement Lead program across Clubs.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Aptos"/>
                        </a:rPr>
                        <a:t>Equipping leads with robust training, toolkits, and support communities.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Aptos"/>
                        </a:rPr>
                        <a:t>Driving measurable impact in associate engagement, tool adoption, and feedback loops.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Aptos"/>
                        </a:rPr>
                        <a:t>Establishing recognition and growth pathways for Club Enablement Leads.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Aptos"/>
                        </a:rPr>
                        <a:t>Creating a scalable model that can evolve with future initiatives and innovations.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452230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Club Support Speed &amp; Structure 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Aptos"/>
                        </a:rPr>
                        <a:t>Ana Lasa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>
                          <a:latin typeface="Aptos"/>
                        </a:rPr>
                        <a:t>9.25: Held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Field TA team to discuss action plan to realize future state.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900" kern="1200" dirty="0">
                        <a:solidFill>
                          <a:schemeClr val="dk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kern="1200" noProof="0" dirty="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Todd Garner to host Product and Tech mobilization meetings to align on next steps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197452"/>
                  </a:ext>
                </a:extLst>
              </a:tr>
              <a:tr h="8597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>
                          <a:latin typeface="Aptos"/>
                        </a:rPr>
                        <a:t>Enhanced Hiring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>
                          <a:latin typeface="Aptos"/>
                        </a:rPr>
                        <a:t>Joann Baker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Initiated conversations with the GTL team to align on requirements.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Received Senior Leadership approval for the proposed approach.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Focus will be on: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Introducing Job Previews.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Enabling same-day yes/no hiring decisions.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Scheduled time with the Enablement team to understand technical implications and support needs.</a:t>
                      </a:r>
                    </a:p>
                  </a:txBody>
                  <a:tcPr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Finalize strategy to introduce Job Previews/Club Walks into the interview process to enhance candidate experience and decision-making.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Meet with the Enablement team to begin planning integration into the Same Day Yes/No hiring process.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Identified key actions needed to support Job Previews and Same Day Yes/No offers by October 20.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Developed initial checklist for Club Enablement Leads to coordinate hiring and pre-boarding activities.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Defined pre-boarding coverage areas: orientation, expectations, and Day One readiness.</a:t>
                      </a:r>
                    </a:p>
                  </a:txBody>
                  <a:tcPr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Introduce Job Previews to improve candidate understanding and fit.</a:t>
                      </a:r>
                    </a:p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Enable Same Day Yes/No hiring decisions for faster onboarding.</a:t>
                      </a:r>
                    </a:p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Coordinate with the Enablement team to plan technical integration and support.</a:t>
                      </a:r>
                    </a:p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Identify key actions to support Job Previews and Same Day offers.</a:t>
                      </a:r>
                    </a:p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Create a checklist for Club Enablement Leads to manage hiring and pre-boarding.</a:t>
                      </a:r>
                    </a:p>
                    <a:p>
                      <a:pPr marL="171450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Define pre-boarding coverage: orientation, expectations, and Day One readiness.</a:t>
                      </a:r>
                    </a:p>
                  </a:txBody>
                  <a:tcPr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050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32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1406-E8F0-F65D-CB7A-029561F8D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0C8AB-A0F8-C8B5-172E-6F8C89C3B3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204716" y="-68240"/>
            <a:ext cx="11501438" cy="519113"/>
          </a:xfrm>
        </p:spPr>
        <p:txBody>
          <a:bodyPr>
            <a:no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Weekly Summary Report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9C4C5B2-809C-5D2B-3123-455DD891AA3E}"/>
              </a:ext>
            </a:extLst>
          </p:cNvPr>
          <p:cNvGraphicFramePr>
            <a:graphicFrameLocks noGrp="1"/>
          </p:cNvGraphicFramePr>
          <p:nvPr/>
        </p:nvGraphicFramePr>
        <p:xfrm>
          <a:off x="180473" y="533357"/>
          <a:ext cx="11831053" cy="6007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581">
                  <a:extLst>
                    <a:ext uri="{9D8B030D-6E8A-4147-A177-3AD203B41FA5}">
                      <a16:colId xmlns:a16="http://schemas.microsoft.com/office/drawing/2014/main" val="2160661864"/>
                    </a:ext>
                  </a:extLst>
                </a:gridCol>
                <a:gridCol w="882937">
                  <a:extLst>
                    <a:ext uri="{9D8B030D-6E8A-4147-A177-3AD203B41FA5}">
                      <a16:colId xmlns:a16="http://schemas.microsoft.com/office/drawing/2014/main" val="1020653785"/>
                    </a:ext>
                  </a:extLst>
                </a:gridCol>
                <a:gridCol w="3122087">
                  <a:extLst>
                    <a:ext uri="{9D8B030D-6E8A-4147-A177-3AD203B41FA5}">
                      <a16:colId xmlns:a16="http://schemas.microsoft.com/office/drawing/2014/main" val="1575055964"/>
                    </a:ext>
                  </a:extLst>
                </a:gridCol>
                <a:gridCol w="2975113">
                  <a:extLst>
                    <a:ext uri="{9D8B030D-6E8A-4147-A177-3AD203B41FA5}">
                      <a16:colId xmlns:a16="http://schemas.microsoft.com/office/drawing/2014/main" val="1855436369"/>
                    </a:ext>
                  </a:extLst>
                </a:gridCol>
                <a:gridCol w="3987335">
                  <a:extLst>
                    <a:ext uri="{9D8B030D-6E8A-4147-A177-3AD203B41FA5}">
                      <a16:colId xmlns:a16="http://schemas.microsoft.com/office/drawing/2014/main" val="1109837953"/>
                    </a:ext>
                  </a:extLst>
                </a:gridCol>
              </a:tblGrid>
              <a:tr h="429856"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</a:rPr>
                        <a:t>Project</a:t>
                      </a:r>
                    </a:p>
                  </a:txBody>
                  <a:tcPr>
                    <a:lnB w="12700">
                      <a:solidFill>
                        <a:schemeClr val="bg1">
                          <a:lumMod val="95000"/>
                        </a:schemeClr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2060"/>
                          </a:solidFill>
                          <a:latin typeface="Aptos"/>
                        </a:rPr>
                        <a:t>Project Manager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</a:rPr>
                        <a:t>What we've DONE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</a:rPr>
                        <a:t>What we're DOING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</a:rPr>
                        <a:t>Where we're GOING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489897"/>
                  </a:ext>
                </a:extLst>
              </a:tr>
              <a:tr h="11064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>
                          <a:latin typeface="Aptos"/>
                        </a:rPr>
                        <a:t>Field Speed &amp; Structure 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 dirty="0">
                          <a:latin typeface="Aptos"/>
                        </a:rPr>
                        <a:t>Ana Lasa/   Kristi Mai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Met as a core team to align on continuing key workstreams despite official “on hold” status.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Agreed to use the deck to track quarterly progress on Frontline Speed &amp; Structure.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Agreed on key stakeholders/counterparts moving forward: Ricardo, Joe (Srividya), Heidy (Darren), and Lacy/Kathy (H&amp;W).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Ongoing: Track project status, maintain readiness for reactivation once prioritized.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November: Regroup ahead of leadership pulse check to ensure alignment before year-end.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126338"/>
                  </a:ext>
                </a:extLst>
              </a:tr>
              <a:tr h="1106437"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Frontline Feedback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Joann Baker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Aptos"/>
                        </a:rPr>
                        <a:t>Collaborating with the H&amp;W team to understand Club org structure and training needs.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Aptos"/>
                        </a:rPr>
                        <a:t>Coordinating with Walmart Academy on training schedules, communications, and rollout plans.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Aptos"/>
                        </a:rPr>
                        <a:t>Partnering with GTL to align on feature timelines.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Aptos"/>
                        </a:rPr>
                        <a:t>Aligning on beta testing locations and timing; planning socialization with MPPs and People ATC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Aptos"/>
                        </a:rPr>
                        <a:t>Shared walking deck with Pilot People Directors and gathered feedback.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Aptos"/>
                        </a:rPr>
                        <a:t>Updated Feedback Training strategy: prioritize 2025 Team Leads without prior leadership training; expand to all Team Leads, then to Team Managers, Co-Managers, and Club Managers in 2026.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People Directors will meet with RGMs, MPPs, and Market Managers to socialize the pilot and drive alignment.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Inform Ops ATC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Will continue working with GTL to finalize travel plans for beta testing.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Heidi will socialize the pilot with Darren to gain buy-in.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Will meet with Club Managers to announce the new pilot and set expectations.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Will work with Sam’s Comms partner to align on all communication pieces, so they can be shared with Walmart Comms partners.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Aptos"/>
                        </a:rPr>
                        <a:t>October Go-Live Readiness: Finalizing all change plans and training.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Aptos"/>
                        </a:rPr>
                        <a:t>Seamless User Adoption: Ensuring robust training (in partnership with Walmart Academy) and support are in place to maximize user adoption and minimize disruption for the new feedback process.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412944"/>
                  </a:ext>
                </a:extLst>
              </a:tr>
              <a:tr h="1106437"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New Club Support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Jennifer Dodson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Provided staffing support for the Tempe launch.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Supported the member specialist transition during remodels.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Introduced a new club toolkit with updated guidance and resources.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Developed a comprehensive staffing strategy.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Implemented tracking for training progress and headcount follow-up.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Defined success measures and clarified roles for start-up environments.</a:t>
                      </a:r>
                      <a:endParaRPr lang="en-US" sz="90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90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Designing tech-enabled, people-focused clubs aligned with future job needs.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Building training solutions tailored to resource-constrained start-up environments.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Enhancing onboarding strategies to better support new club launches.</a:t>
                      </a:r>
                      <a:endParaRPr lang="en-US" sz="90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173916"/>
                  </a:ext>
                </a:extLst>
              </a:tr>
              <a:tr h="1106437"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Career Site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Tiffany Walker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ptos"/>
                        </a:rPr>
                        <a:t>Met with GTL counterparts to gain alignment on upgrade timelines and content build roadmap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ptos"/>
                        </a:rPr>
                        <a:t>Reviewed current version of Career Website;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ptos"/>
                        </a:rPr>
                        <a:t>Current user facing Career site is in production with upgrades and updates being made</a:t>
                      </a: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ptos"/>
                        </a:rPr>
                        <a:t>Upgraded site currently in UAT phase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ptos"/>
                        </a:rPr>
                        <a:t>Conduct additional discussion with GTL counterparts to refine career site requirements and updates to be made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ptos"/>
                        </a:rPr>
                        <a:t>Finalize timelines and content build roadmap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ptos"/>
                        </a:rPr>
                        <a:t>Review job summaries and job descriptions within Workday; Identify updates to be made and develop timeline for content refinement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ptos"/>
                        </a:rPr>
                        <a:t>Continue Testing phase of Career site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ptos"/>
                        </a:rPr>
                        <a:t>Refine job descriptions and job summaries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90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125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817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45DC-30D0-7DE5-AC8A-50917853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94FD81-C99F-249B-90D9-B49221387C2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211540" y="-75062"/>
            <a:ext cx="11501438" cy="519113"/>
          </a:xfrm>
        </p:spPr>
        <p:txBody>
          <a:bodyPr>
            <a:no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Weekly Summary Report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04EC70D-0FC1-E25E-3AAF-D3FBCE025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83609"/>
              </p:ext>
            </p:extLst>
          </p:nvPr>
        </p:nvGraphicFramePr>
        <p:xfrm>
          <a:off x="129746" y="444051"/>
          <a:ext cx="11863460" cy="618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471">
                  <a:extLst>
                    <a:ext uri="{9D8B030D-6E8A-4147-A177-3AD203B41FA5}">
                      <a16:colId xmlns:a16="http://schemas.microsoft.com/office/drawing/2014/main" val="2160661864"/>
                    </a:ext>
                  </a:extLst>
                </a:gridCol>
                <a:gridCol w="1314680">
                  <a:extLst>
                    <a:ext uri="{9D8B030D-6E8A-4147-A177-3AD203B41FA5}">
                      <a16:colId xmlns:a16="http://schemas.microsoft.com/office/drawing/2014/main" val="1020653785"/>
                    </a:ext>
                  </a:extLst>
                </a:gridCol>
                <a:gridCol w="3454568">
                  <a:extLst>
                    <a:ext uri="{9D8B030D-6E8A-4147-A177-3AD203B41FA5}">
                      <a16:colId xmlns:a16="http://schemas.microsoft.com/office/drawing/2014/main" val="1575055964"/>
                    </a:ext>
                  </a:extLst>
                </a:gridCol>
                <a:gridCol w="2815397">
                  <a:extLst>
                    <a:ext uri="{9D8B030D-6E8A-4147-A177-3AD203B41FA5}">
                      <a16:colId xmlns:a16="http://schemas.microsoft.com/office/drawing/2014/main" val="1855436369"/>
                    </a:ext>
                  </a:extLst>
                </a:gridCol>
                <a:gridCol w="3291344">
                  <a:extLst>
                    <a:ext uri="{9D8B030D-6E8A-4147-A177-3AD203B41FA5}">
                      <a16:colId xmlns:a16="http://schemas.microsoft.com/office/drawing/2014/main" val="1109837953"/>
                    </a:ext>
                  </a:extLst>
                </a:gridCol>
              </a:tblGrid>
              <a:tr h="257244"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</a:rPr>
                        <a:t>Project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2060"/>
                          </a:solidFill>
                          <a:latin typeface="Aptos"/>
                        </a:rPr>
                        <a:t>Project Manager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</a:rPr>
                        <a:t>What we've DONE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</a:rPr>
                        <a:t>What we're DOING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ptos"/>
                        </a:rPr>
                        <a:t>Where we're GOING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489897"/>
                  </a:ext>
                </a:extLst>
              </a:tr>
              <a:tr h="3044059"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Onboarding 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Joann Baker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Collaborating with the Membership team on the updated membership video: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Submitted Membership Video Intake.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Aligning on shoot location, script direction, creative details, and cost center.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Meeting with Sam’s Compensation team to gather feedback on orientation changes: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They will provide recommended verbiage for the compensation section.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Continuing bi-weekly syncs with the Enterprise team to ensure orientation content is being updated.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Reviewing all orientation materials, including the AEM page and Participant Deck: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Additional content review is still needed.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Coordinating communications next week for videos featuring Chris and Todd.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Meeting with AP to share the refreshed orientation and collect feedback.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Collaborate with the Enterprise Onboarding team to finalize the refreshed orientation walking deck.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Share updated orientation materials with Regional Directors for alignment.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Conduct a full review of the refreshed orientation and provide feedback to the Enterprise Onboarding team.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Establish a pilot timeline for select Clubs to experience the new orientation and share feedback.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Launching a refreshed onboarding experience to better support new associates and drive engagement from day one.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Training our new Club Enablement Lead to facilitate the updated onboarding, ensuring consistency and energy in delivery.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Establishing World-Class Onboarding: Creating a people-led, tech-powered experience that ensures associates feel valued and succeed, directly reducing turnover.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238593"/>
                  </a:ext>
                </a:extLst>
              </a:tr>
              <a:tr h="1371970"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Predictive ART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latin typeface="Aptos"/>
                        </a:rPr>
                        <a:t>Joann Baker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Finalized the Intervention Dashboard for Market People Partners (MPPs).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 Trained Central Region MPPs on tool functionality and use.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 Confirmed successful testing with Engineering—go-live approved.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Launched in Central Region on Sept. 9 with minimal bugs.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 Sent go-live communications to stakeholders.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Created Hypercare chat for Central Region support.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 Held first check-ins—Club Managers were engaged and pleased.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Align with People ATC and share proposal for the Oct. 7 rollout.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Conduct check-ins with Central Region Clubs and monitor the Hypercare chat.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Continue partnering with Product and Engineering teams to ensure readiness and support.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Aptos"/>
                        </a:rPr>
                        <a:t>Expand the Predictive ART Tool to 92 clubs on 9/9/25, aiming for successful adoption.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Aptos"/>
                        </a:rPr>
                        <a:t>Secure resources for continued product enhancements and scalability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126338"/>
                  </a:ext>
                </a:extLst>
              </a:tr>
              <a:tr h="11290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>
                          <a:latin typeface="Aptos"/>
                        </a:rPr>
                        <a:t>Tech / AI Work</a:t>
                      </a:r>
                    </a:p>
                  </a:txBody>
                  <a:tcPr anchor="ctr">
                    <a:lnL w="12700">
                      <a:solidFill>
                        <a:schemeClr val="bg1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>
                          <a:latin typeface="Aptos"/>
                        </a:rPr>
                        <a:t>Tolliver Davis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Communicated extended timeline for AI Training Pods to 11/5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Hosted 2 hour AI training with Market 9 Club and Co-Managers (~20 total field leaders of people) 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Secured commitment from People Product to give select group of Sam’s Home Office associates early access to all </a:t>
                      </a:r>
                      <a:r>
                        <a:rPr lang="en-US" sz="900" b="0" kern="1200" err="1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Me@Sams</a:t>
                      </a: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 rollouts and enhancements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Mobilizing power team for Global People Innovation Games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Continue support of pilot rollouts of new tech and me@ functionalities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Finalizing detailed Squiggly release roadmap and change management plan to support chain release on 10/10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Receive sign off from Field Leadership Team for hourly leaders of people to action TOR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Share final session 4 and 5 AI Pod training curriculum content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>
                          <a:lumMod val="95000"/>
                        </a:schemeClr>
                      </a:solidFill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>
                          <a:lumMod val="9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926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307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A31CF-AAA6-1382-4F13-C9A82CFD4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ABE866-22FA-3311-EFF8-AD614783C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32" y="317049"/>
            <a:ext cx="11500255" cy="519050"/>
          </a:xfrm>
        </p:spPr>
        <p:txBody>
          <a:bodyPr>
            <a:noAutofit/>
          </a:bodyPr>
          <a:lstStyle/>
          <a:p>
            <a:r>
              <a:rPr lang="en-US" sz="3000">
                <a:latin typeface="Aptos" panose="020B0004020202020204" pitchFamily="34" charset="0"/>
              </a:rPr>
              <a:t>Project Portfolio Health Check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226DCA-F8E9-3006-575E-959182FFC1D7}"/>
              </a:ext>
            </a:extLst>
          </p:cNvPr>
          <p:cNvGraphicFramePr>
            <a:graphicFrameLocks noGrp="1"/>
          </p:cNvGraphicFramePr>
          <p:nvPr/>
        </p:nvGraphicFramePr>
        <p:xfrm>
          <a:off x="659129" y="1256637"/>
          <a:ext cx="11076817" cy="4034719"/>
        </p:xfrm>
        <a:graphic>
          <a:graphicData uri="http://schemas.openxmlformats.org/drawingml/2006/table">
            <a:tbl>
              <a:tblPr/>
              <a:tblGrid>
                <a:gridCol w="2745400">
                  <a:extLst>
                    <a:ext uri="{9D8B030D-6E8A-4147-A177-3AD203B41FA5}">
                      <a16:colId xmlns:a16="http://schemas.microsoft.com/office/drawing/2014/main" val="178346937"/>
                    </a:ext>
                  </a:extLst>
                </a:gridCol>
                <a:gridCol w="2634315">
                  <a:extLst>
                    <a:ext uri="{9D8B030D-6E8A-4147-A177-3AD203B41FA5}">
                      <a16:colId xmlns:a16="http://schemas.microsoft.com/office/drawing/2014/main" val="3833793107"/>
                    </a:ext>
                  </a:extLst>
                </a:gridCol>
                <a:gridCol w="2697792">
                  <a:extLst>
                    <a:ext uri="{9D8B030D-6E8A-4147-A177-3AD203B41FA5}">
                      <a16:colId xmlns:a16="http://schemas.microsoft.com/office/drawing/2014/main" val="2076212260"/>
                    </a:ext>
                  </a:extLst>
                </a:gridCol>
                <a:gridCol w="2999310">
                  <a:extLst>
                    <a:ext uri="{9D8B030D-6E8A-4147-A177-3AD203B41FA5}">
                      <a16:colId xmlns:a16="http://schemas.microsoft.com/office/drawing/2014/main" val="2134606266"/>
                    </a:ext>
                  </a:extLst>
                </a:gridCol>
              </a:tblGrid>
              <a:tr h="2635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Project  Status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Green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Amber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Red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51716"/>
                  </a:ext>
                </a:extLst>
              </a:tr>
              <a:tr h="37711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AES Survey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200"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652080"/>
                  </a:ext>
                </a:extLst>
              </a:tr>
              <a:tr h="37711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Club Support - Speed &amp; Structure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965859"/>
                  </a:ext>
                </a:extLst>
              </a:tr>
              <a:tr h="37711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Club Enablement Role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965012"/>
                  </a:ext>
                </a:extLst>
              </a:tr>
              <a:tr h="37711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Enhanced Hiring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83417"/>
                  </a:ext>
                </a:extLst>
              </a:tr>
              <a:tr h="37711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Field - Speed &amp; Structure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811513"/>
                  </a:ext>
                </a:extLst>
              </a:tr>
              <a:tr h="37711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Frontline Feedback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939908"/>
                  </a:ext>
                </a:extLst>
              </a:tr>
              <a:tr h="37711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New Club Support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988419"/>
                  </a:ext>
                </a:extLst>
              </a:tr>
              <a:tr h="37711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Onboarding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466534"/>
                  </a:ext>
                </a:extLst>
              </a:tr>
              <a:tr h="37711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Predictive 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09233"/>
                  </a:ext>
                </a:extLst>
              </a:tr>
              <a:tr h="37711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Tech / AI Work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38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89105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Sams Club AVP">
      <a:dk1>
        <a:srgbClr val="11224B"/>
      </a:dk1>
      <a:lt1>
        <a:srgbClr val="FFFFFF"/>
      </a:lt1>
      <a:dk2>
        <a:srgbClr val="0062AC"/>
      </a:dk2>
      <a:lt2>
        <a:srgbClr val="35C4EC"/>
      </a:lt2>
      <a:accent1>
        <a:srgbClr val="96E9FF"/>
      </a:accent1>
      <a:accent2>
        <a:srgbClr val="F7F7F7"/>
      </a:accent2>
      <a:accent3>
        <a:srgbClr val="FFFFFF"/>
      </a:accent3>
      <a:accent4>
        <a:srgbClr val="41DFE0"/>
      </a:accent4>
      <a:accent5>
        <a:srgbClr val="00348E"/>
      </a:accent5>
      <a:accent6>
        <a:srgbClr val="1D4B6D"/>
      </a:accent6>
      <a:hlink>
        <a:srgbClr val="0067A0"/>
      </a:hlink>
      <a:folHlink>
        <a:srgbClr val="0061A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almart Template Theme">
  <a:themeElements>
    <a:clrScheme name="Sam's Club Theme 2">
      <a:dk1>
        <a:srgbClr val="000000"/>
      </a:dk1>
      <a:lt1>
        <a:srgbClr val="FFFFFF"/>
      </a:lt1>
      <a:dk2>
        <a:srgbClr val="065DA8"/>
      </a:dk2>
      <a:lt2>
        <a:srgbClr val="FFFFFF"/>
      </a:lt2>
      <a:accent1>
        <a:srgbClr val="005FAE"/>
      </a:accent1>
      <a:accent2>
        <a:srgbClr val="94EBFE"/>
      </a:accent2>
      <a:accent3>
        <a:srgbClr val="10224C"/>
      </a:accent3>
      <a:accent4>
        <a:srgbClr val="646464"/>
      </a:accent4>
      <a:accent5>
        <a:srgbClr val="B8B8B8"/>
      </a:accent5>
      <a:accent6>
        <a:srgbClr val="EEEEEE"/>
      </a:accent6>
      <a:hlink>
        <a:srgbClr val="26C3ED"/>
      </a:hlink>
      <a:folHlink>
        <a:srgbClr val="00348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2000" dirty="0" err="1" smtClean="0">
            <a:solidFill>
              <a:schemeClr val="accent3"/>
            </a:solidFill>
            <a:latin typeface="Bogle" panose="020B05030202030602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MT Corp_ppt template_blue" id="{EA9B0830-5536-4F47-AE06-7DAA115B9F58}" vid="{7EE33844-B360-B749-A032-A532057817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1726</Words>
  <Application>Microsoft Office PowerPoint</Application>
  <PresentationFormat>Widescreen</PresentationFormat>
  <Paragraphs>176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Aptos</vt:lpstr>
      <vt:lpstr>Arial</vt:lpstr>
      <vt:lpstr>Bogle</vt:lpstr>
      <vt:lpstr>Courier New</vt:lpstr>
      <vt:lpstr>Gibson</vt:lpstr>
      <vt:lpstr>Gibson Light</vt:lpstr>
      <vt:lpstr>Gibson SemBd</vt:lpstr>
      <vt:lpstr>Post Grotesk</vt:lpstr>
      <vt:lpstr>Wingdings</vt:lpstr>
      <vt:lpstr>1_Custom Design</vt:lpstr>
      <vt:lpstr>Walmart Template Theme</vt:lpstr>
      <vt:lpstr> </vt:lpstr>
      <vt:lpstr>Weekly Summary Report</vt:lpstr>
      <vt:lpstr>Weekly Summary Report</vt:lpstr>
      <vt:lpstr>Weekly Summary Report</vt:lpstr>
      <vt:lpstr>Project Portfolio Health Check</vt:lpstr>
    </vt:vector>
  </TitlesOfParts>
  <Company>Walmart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Tolliver Davis</dc:creator>
  <cp:lastModifiedBy>Tolliver Davis</cp:lastModifiedBy>
  <cp:revision>1</cp:revision>
  <dcterms:created xsi:type="dcterms:W3CDTF">2025-10-15T17:29:02Z</dcterms:created>
  <dcterms:modified xsi:type="dcterms:W3CDTF">2025-10-15T17:30:58Z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24820e8-223f-4ed2-bd95-81c83f641284_Enabled">
    <vt:lpwstr>true</vt:lpwstr>
  </property>
  <property fmtid="{D5CDD505-2E9C-101B-9397-08002B2CF9AE}" pid="3" name="MSIP_Label_b24820e8-223f-4ed2-bd95-81c83f641284_SetDate">
    <vt:lpwstr>2025-10-15T17:30:06Z</vt:lpwstr>
  </property>
  <property fmtid="{D5CDD505-2E9C-101B-9397-08002B2CF9AE}" pid="4" name="MSIP_Label_b24820e8-223f-4ed2-bd95-81c83f641284_Method">
    <vt:lpwstr>Standard</vt:lpwstr>
  </property>
  <property fmtid="{D5CDD505-2E9C-101B-9397-08002B2CF9AE}" pid="5" name="MSIP_Label_b24820e8-223f-4ed2-bd95-81c83f641284_Name">
    <vt:lpwstr>b24820e8-223f-4ed2-bd95-81c83f641284</vt:lpwstr>
  </property>
  <property fmtid="{D5CDD505-2E9C-101B-9397-08002B2CF9AE}" pid="6" name="MSIP_Label_b24820e8-223f-4ed2-bd95-81c83f641284_SiteId">
    <vt:lpwstr>3cbcc3d3-094d-4006-9849-0d11d61f484d</vt:lpwstr>
  </property>
  <property fmtid="{D5CDD505-2E9C-101B-9397-08002B2CF9AE}" pid="7" name="MSIP_Label_b24820e8-223f-4ed2-bd95-81c83f641284_ActionId">
    <vt:lpwstr>e7c17366-b257-4d02-ae3e-58dfb2566515</vt:lpwstr>
  </property>
  <property fmtid="{D5CDD505-2E9C-101B-9397-08002B2CF9AE}" pid="8" name="MSIP_Label_b24820e8-223f-4ed2-bd95-81c83f641284_ContentBits">
    <vt:lpwstr>0</vt:lpwstr>
  </property>
  <property fmtid="{D5CDD505-2E9C-101B-9397-08002B2CF9AE}" pid="9" name="MSIP_Label_b24820e8-223f-4ed2-bd95-81c83f641284_Tag">
    <vt:lpwstr>10, 3, 0, 1</vt:lpwstr>
  </property>
</Properties>
</file>